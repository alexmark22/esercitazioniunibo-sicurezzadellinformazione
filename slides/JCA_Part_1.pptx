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4"/>
    <p:sldMasterId id="2147483660" r:id="rId5"/>
    <p:sldMasterId id="2147483671" r:id="rId6"/>
  </p:sldMasterIdLst>
  <p:notesMasterIdLst>
    <p:notesMasterId r:id="rId84"/>
  </p:notesMasterIdLst>
  <p:sldIdLst>
    <p:sldId id="263" r:id="rId7"/>
    <p:sldId id="264" r:id="rId8"/>
    <p:sldId id="265" r:id="rId9"/>
    <p:sldId id="269" r:id="rId10"/>
    <p:sldId id="319" r:id="rId11"/>
    <p:sldId id="320" r:id="rId12"/>
    <p:sldId id="321" r:id="rId13"/>
    <p:sldId id="322" r:id="rId14"/>
    <p:sldId id="323" r:id="rId15"/>
    <p:sldId id="324" r:id="rId16"/>
    <p:sldId id="325" r:id="rId17"/>
    <p:sldId id="326" r:id="rId18"/>
    <p:sldId id="327" r:id="rId19"/>
    <p:sldId id="328" r:id="rId20"/>
    <p:sldId id="289" r:id="rId21"/>
    <p:sldId id="329" r:id="rId22"/>
    <p:sldId id="331" r:id="rId23"/>
    <p:sldId id="330" r:id="rId24"/>
    <p:sldId id="332" r:id="rId25"/>
    <p:sldId id="333" r:id="rId26"/>
    <p:sldId id="334" r:id="rId27"/>
    <p:sldId id="335" r:id="rId28"/>
    <p:sldId id="297" r:id="rId29"/>
    <p:sldId id="296" r:id="rId30"/>
    <p:sldId id="336" r:id="rId31"/>
    <p:sldId id="278" r:id="rId32"/>
    <p:sldId id="281" r:id="rId33"/>
    <p:sldId id="283" r:id="rId34"/>
    <p:sldId id="295" r:id="rId35"/>
    <p:sldId id="298" r:id="rId36"/>
    <p:sldId id="351" r:id="rId37"/>
    <p:sldId id="352" r:id="rId38"/>
    <p:sldId id="353" r:id="rId39"/>
    <p:sldId id="294" r:id="rId40"/>
    <p:sldId id="299" r:id="rId41"/>
    <p:sldId id="337" r:id="rId42"/>
    <p:sldId id="304" r:id="rId43"/>
    <p:sldId id="338" r:id="rId44"/>
    <p:sldId id="300" r:id="rId45"/>
    <p:sldId id="303" r:id="rId46"/>
    <p:sldId id="313" r:id="rId47"/>
    <p:sldId id="345" r:id="rId48"/>
    <p:sldId id="346" r:id="rId49"/>
    <p:sldId id="347" r:id="rId50"/>
    <p:sldId id="348" r:id="rId51"/>
    <p:sldId id="349" r:id="rId52"/>
    <p:sldId id="350" r:id="rId53"/>
    <p:sldId id="306" r:id="rId54"/>
    <p:sldId id="311" r:id="rId55"/>
    <p:sldId id="314" r:id="rId56"/>
    <p:sldId id="339" r:id="rId57"/>
    <p:sldId id="340" r:id="rId58"/>
    <p:sldId id="341" r:id="rId59"/>
    <p:sldId id="342" r:id="rId60"/>
    <p:sldId id="343" r:id="rId61"/>
    <p:sldId id="344" r:id="rId62"/>
    <p:sldId id="354" r:id="rId63"/>
    <p:sldId id="355" r:id="rId64"/>
    <p:sldId id="356" r:id="rId65"/>
    <p:sldId id="357" r:id="rId66"/>
    <p:sldId id="364" r:id="rId67"/>
    <p:sldId id="365" r:id="rId68"/>
    <p:sldId id="368" r:id="rId69"/>
    <p:sldId id="367" r:id="rId70"/>
    <p:sldId id="369" r:id="rId71"/>
    <p:sldId id="358" r:id="rId72"/>
    <p:sldId id="360" r:id="rId73"/>
    <p:sldId id="361" r:id="rId74"/>
    <p:sldId id="359" r:id="rId75"/>
    <p:sldId id="309" r:id="rId76"/>
    <p:sldId id="362" r:id="rId77"/>
    <p:sldId id="315" r:id="rId78"/>
    <p:sldId id="317" r:id="rId79"/>
    <p:sldId id="318" r:id="rId80"/>
    <p:sldId id="363" r:id="rId81"/>
    <p:sldId id="266" r:id="rId82"/>
    <p:sldId id="267" r:id="rId8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2B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63FBCD-A96A-4021-B6DE-0880835641FC}" v="803" dt="2026-04-08T19:42:45.6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31" autoAdjust="0"/>
    <p:restoredTop sz="94604" autoAdjust="0"/>
  </p:normalViewPr>
  <p:slideViewPr>
    <p:cSldViewPr showGuides="1">
      <p:cViewPr varScale="1">
        <p:scale>
          <a:sx n="78" d="100"/>
          <a:sy n="78" d="100"/>
        </p:scale>
        <p:origin x="1109"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notesMaster" Target="notesMasters/notesMaster1.xml"/><Relationship Id="rId89" Type="http://schemas.microsoft.com/office/2016/11/relationships/changesInfo" Target="changesInfos/changesInfo1.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2.xml"/><Relationship Id="rId90" Type="http://schemas.microsoft.com/office/2015/10/relationships/revisionInfo" Target="revisionInfo.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theme" Target="theme/theme1.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andro Marchesano" userId="9839d344ee2d2222" providerId="LiveId" clId="{D35252FF-09FB-4A01-9F14-2E651086BE79}"/>
    <pc:docChg chg="undo custSel addSld delSld modSld sldOrd">
      <pc:chgData name="Alessandro Marchesano" userId="9839d344ee2d2222" providerId="LiveId" clId="{D35252FF-09FB-4A01-9F14-2E651086BE79}" dt="2026-04-08T19:48:47.523" v="11204" actId="20577"/>
      <pc:docMkLst>
        <pc:docMk/>
      </pc:docMkLst>
      <pc:sldChg chg="modSp mod">
        <pc:chgData name="Alessandro Marchesano" userId="9839d344ee2d2222" providerId="LiveId" clId="{D35252FF-09FB-4A01-9F14-2E651086BE79}" dt="2026-03-27T13:56:26.256" v="587" actId="790"/>
        <pc:sldMkLst>
          <pc:docMk/>
          <pc:sldMk cId="3085230404" sldId="263"/>
        </pc:sldMkLst>
        <pc:spChg chg="mod">
          <ac:chgData name="Alessandro Marchesano" userId="9839d344ee2d2222" providerId="LiveId" clId="{D35252FF-09FB-4A01-9F14-2E651086BE79}" dt="2026-03-27T13:56:26.256" v="587" actId="790"/>
          <ac:spMkLst>
            <pc:docMk/>
            <pc:sldMk cId="3085230404" sldId="263"/>
            <ac:spMk id="5" creationId="{530CFCA4-B8FB-4A31-9FE4-C34C1B53FAF3}"/>
          </ac:spMkLst>
        </pc:spChg>
        <pc:spChg chg="mod">
          <ac:chgData name="Alessandro Marchesano" userId="9839d344ee2d2222" providerId="LiveId" clId="{D35252FF-09FB-4A01-9F14-2E651086BE79}" dt="2026-03-27T13:56:26.256" v="587" actId="790"/>
          <ac:spMkLst>
            <pc:docMk/>
            <pc:sldMk cId="3085230404" sldId="263"/>
            <ac:spMk id="6" creationId="{C01EA6DB-3FB1-43EE-87DC-35DB21A1D725}"/>
          </ac:spMkLst>
        </pc:spChg>
        <pc:spChg chg="mod">
          <ac:chgData name="Alessandro Marchesano" userId="9839d344ee2d2222" providerId="LiveId" clId="{D35252FF-09FB-4A01-9F14-2E651086BE79}" dt="2026-03-27T13:56:26.256" v="587" actId="790"/>
          <ac:spMkLst>
            <pc:docMk/>
            <pc:sldMk cId="3085230404" sldId="263"/>
            <ac:spMk id="7" creationId="{2B5786D5-5B82-4455-A783-3A48CBA3F0FD}"/>
          </ac:spMkLst>
        </pc:spChg>
      </pc:sldChg>
      <pc:sldChg chg="addSp delSp modSp mod">
        <pc:chgData name="Alessandro Marchesano" userId="9839d344ee2d2222" providerId="LiveId" clId="{D35252FF-09FB-4A01-9F14-2E651086BE79}" dt="2026-03-27T13:56:26.256" v="587" actId="790"/>
        <pc:sldMkLst>
          <pc:docMk/>
          <pc:sldMk cId="3098333111" sldId="264"/>
        </pc:sldMkLst>
        <pc:spChg chg="mod">
          <ac:chgData name="Alessandro Marchesano" userId="9839d344ee2d2222" providerId="LiveId" clId="{D35252FF-09FB-4A01-9F14-2E651086BE79}" dt="2026-03-27T13:56:26.256" v="587" actId="790"/>
          <ac:spMkLst>
            <pc:docMk/>
            <pc:sldMk cId="3098333111" sldId="264"/>
            <ac:spMk id="4" creationId="{83074B2B-875D-4ABC-842D-ED60A0295F3E}"/>
          </ac:spMkLst>
        </pc:spChg>
        <pc:spChg chg="mod">
          <ac:chgData name="Alessandro Marchesano" userId="9839d344ee2d2222" providerId="LiveId" clId="{D35252FF-09FB-4A01-9F14-2E651086BE79}" dt="2026-03-27T13:56:26.256" v="587" actId="790"/>
          <ac:spMkLst>
            <pc:docMk/>
            <pc:sldMk cId="3098333111" sldId="264"/>
            <ac:spMk id="5" creationId="{6A687BB7-25CE-4F8C-A93C-3BF1A271E55F}"/>
          </ac:spMkLst>
        </pc:spChg>
        <pc:picChg chg="add mod">
          <ac:chgData name="Alessandro Marchesano" userId="9839d344ee2d2222" providerId="LiveId" clId="{D35252FF-09FB-4A01-9F14-2E651086BE79}" dt="2026-03-27T13:04:02.100" v="165" actId="1076"/>
          <ac:picMkLst>
            <pc:docMk/>
            <pc:sldMk cId="3098333111" sldId="264"/>
            <ac:picMk id="1026" creationId="{C6B53C12-079A-4A72-EAC6-A9B8A7AC9EC5}"/>
          </ac:picMkLst>
        </pc:picChg>
      </pc:sldChg>
      <pc:sldChg chg="modSp mod">
        <pc:chgData name="Alessandro Marchesano" userId="9839d344ee2d2222" providerId="LiveId" clId="{D35252FF-09FB-4A01-9F14-2E651086BE79}" dt="2026-03-27T13:56:26.256" v="587" actId="790"/>
        <pc:sldMkLst>
          <pc:docMk/>
          <pc:sldMk cId="860246963" sldId="265"/>
        </pc:sldMkLst>
        <pc:spChg chg="mod">
          <ac:chgData name="Alessandro Marchesano" userId="9839d344ee2d2222" providerId="LiveId" clId="{D35252FF-09FB-4A01-9F14-2E651086BE79}" dt="2026-03-27T13:56:26.256" v="587" actId="790"/>
          <ac:spMkLst>
            <pc:docMk/>
            <pc:sldMk cId="860246963" sldId="265"/>
            <ac:spMk id="4" creationId="{E59CBD2A-13DB-4944-958F-D2CD64CE1EE2}"/>
          </ac:spMkLst>
        </pc:spChg>
        <pc:spChg chg="mod">
          <ac:chgData name="Alessandro Marchesano" userId="9839d344ee2d2222" providerId="LiveId" clId="{D35252FF-09FB-4A01-9F14-2E651086BE79}" dt="2026-03-27T13:56:26.256" v="587" actId="790"/>
          <ac:spMkLst>
            <pc:docMk/>
            <pc:sldMk cId="860246963" sldId="265"/>
            <ac:spMk id="5" creationId="{75656F3B-D256-4EE6-99A3-023C0925DC03}"/>
          </ac:spMkLst>
        </pc:spChg>
      </pc:sldChg>
      <pc:sldChg chg="modSp mod modShow">
        <pc:chgData name="Alessandro Marchesano" userId="9839d344ee2d2222" providerId="LiveId" clId="{D35252FF-09FB-4A01-9F14-2E651086BE79}" dt="2026-04-08T17:32:27.719" v="9236"/>
        <pc:sldMkLst>
          <pc:docMk/>
          <pc:sldMk cId="2606346116" sldId="266"/>
        </pc:sldMkLst>
        <pc:spChg chg="mod">
          <ac:chgData name="Alessandro Marchesano" userId="9839d344ee2d2222" providerId="LiveId" clId="{D35252FF-09FB-4A01-9F14-2E651086BE79}" dt="2026-04-07T15:08:07.035" v="8959" actId="20577"/>
          <ac:spMkLst>
            <pc:docMk/>
            <pc:sldMk cId="2606346116" sldId="266"/>
            <ac:spMk id="4" creationId="{24E660AE-8A13-464A-9EFD-05EDDA43EB18}"/>
          </ac:spMkLst>
        </pc:spChg>
        <pc:spChg chg="mod">
          <ac:chgData name="Alessandro Marchesano" userId="9839d344ee2d2222" providerId="LiveId" clId="{D35252FF-09FB-4A01-9F14-2E651086BE79}" dt="2026-04-08T17:32:27.719" v="9236"/>
          <ac:spMkLst>
            <pc:docMk/>
            <pc:sldMk cId="2606346116" sldId="266"/>
            <ac:spMk id="5" creationId="{CEDA1884-1873-4FAB-A663-E8217865FB9C}"/>
          </ac:spMkLst>
        </pc:spChg>
      </pc:sldChg>
      <pc:sldChg chg="modSp mod">
        <pc:chgData name="Alessandro Marchesano" userId="9839d344ee2d2222" providerId="LiveId" clId="{D35252FF-09FB-4A01-9F14-2E651086BE79}" dt="2026-03-27T13:56:26.256" v="587" actId="790"/>
        <pc:sldMkLst>
          <pc:docMk/>
          <pc:sldMk cId="2254969360" sldId="267"/>
        </pc:sldMkLst>
        <pc:spChg chg="mod">
          <ac:chgData name="Alessandro Marchesano" userId="9839d344ee2d2222" providerId="LiveId" clId="{D35252FF-09FB-4A01-9F14-2E651086BE79}" dt="2026-03-27T13:56:26.256" v="587" actId="790"/>
          <ac:spMkLst>
            <pc:docMk/>
            <pc:sldMk cId="2254969360" sldId="267"/>
            <ac:spMk id="6" creationId="{6DFE9118-0586-4E53-A85C-42A8320DC327}"/>
          </ac:spMkLst>
        </pc:spChg>
        <pc:spChg chg="mod">
          <ac:chgData name="Alessandro Marchesano" userId="9839d344ee2d2222" providerId="LiveId" clId="{D35252FF-09FB-4A01-9F14-2E651086BE79}" dt="2026-03-27T13:56:26.256" v="587" actId="790"/>
          <ac:spMkLst>
            <pc:docMk/>
            <pc:sldMk cId="2254969360" sldId="267"/>
            <ac:spMk id="8" creationId="{DEA3E7BA-361D-45FB-8C4D-79C904A290E4}"/>
          </ac:spMkLst>
        </pc:spChg>
      </pc:sldChg>
      <pc:sldChg chg="modSp mod">
        <pc:chgData name="Alessandro Marchesano" userId="9839d344ee2d2222" providerId="LiveId" clId="{D35252FF-09FB-4A01-9F14-2E651086BE79}" dt="2026-03-27T13:56:26.256" v="587" actId="790"/>
        <pc:sldMkLst>
          <pc:docMk/>
          <pc:sldMk cId="4046814432" sldId="269"/>
        </pc:sldMkLst>
        <pc:spChg chg="mod">
          <ac:chgData name="Alessandro Marchesano" userId="9839d344ee2d2222" providerId="LiveId" clId="{D35252FF-09FB-4A01-9F14-2E651086BE79}" dt="2026-03-27T13:56:26.256" v="587" actId="790"/>
          <ac:spMkLst>
            <pc:docMk/>
            <pc:sldMk cId="4046814432" sldId="269"/>
            <ac:spMk id="2" creationId="{474BF3B9-B2E2-EC10-B9F3-3F83DBE4F181}"/>
          </ac:spMkLst>
        </pc:spChg>
        <pc:spChg chg="mod">
          <ac:chgData name="Alessandro Marchesano" userId="9839d344ee2d2222" providerId="LiveId" clId="{D35252FF-09FB-4A01-9F14-2E651086BE79}" dt="2026-03-27T13:56:26.256" v="587" actId="790"/>
          <ac:spMkLst>
            <pc:docMk/>
            <pc:sldMk cId="4046814432" sldId="269"/>
            <ac:spMk id="3" creationId="{B12312B0-3D57-C048-EDFF-978C827C8D8E}"/>
          </ac:spMkLst>
        </pc:spChg>
      </pc:sldChg>
      <pc:sldChg chg="addSp modSp mod">
        <pc:chgData name="Alessandro Marchesano" userId="9839d344ee2d2222" providerId="LiveId" clId="{D35252FF-09FB-4A01-9F14-2E651086BE79}" dt="2026-03-29T13:04:17.732" v="3581" actId="1076"/>
        <pc:sldMkLst>
          <pc:docMk/>
          <pc:sldMk cId="2160536609" sldId="278"/>
        </pc:sldMkLst>
        <pc:spChg chg="mod">
          <ac:chgData name="Alessandro Marchesano" userId="9839d344ee2d2222" providerId="LiveId" clId="{D35252FF-09FB-4A01-9F14-2E651086BE79}" dt="2026-03-29T13:03:41.234" v="3578" actId="20577"/>
          <ac:spMkLst>
            <pc:docMk/>
            <pc:sldMk cId="2160536609" sldId="278"/>
            <ac:spMk id="2" creationId="{2B0F6AA9-7E65-F490-9026-98C5C11E5EBF}"/>
          </ac:spMkLst>
        </pc:spChg>
        <pc:spChg chg="mod">
          <ac:chgData name="Alessandro Marchesano" userId="9839d344ee2d2222" providerId="LiveId" clId="{D35252FF-09FB-4A01-9F14-2E651086BE79}" dt="2026-03-27T13:56:26.256" v="587" actId="790"/>
          <ac:spMkLst>
            <pc:docMk/>
            <pc:sldMk cId="2160536609" sldId="278"/>
            <ac:spMk id="3" creationId="{9608CA03-F193-2E6B-2C5C-2E3A8FE28A68}"/>
          </ac:spMkLst>
        </pc:spChg>
        <pc:picChg chg="add mod">
          <ac:chgData name="Alessandro Marchesano" userId="9839d344ee2d2222" providerId="LiveId" clId="{D35252FF-09FB-4A01-9F14-2E651086BE79}" dt="2026-03-29T13:04:17.732" v="3581" actId="1076"/>
          <ac:picMkLst>
            <pc:docMk/>
            <pc:sldMk cId="2160536609" sldId="278"/>
            <ac:picMk id="4" creationId="{441DBBA7-CD84-6375-B040-1998D29E7F91}"/>
          </ac:picMkLst>
        </pc:picChg>
      </pc:sldChg>
      <pc:sldChg chg="addSp delSp modSp mod">
        <pc:chgData name="Alessandro Marchesano" userId="9839d344ee2d2222" providerId="LiveId" clId="{D35252FF-09FB-4A01-9F14-2E651086BE79}" dt="2026-03-29T13:15:52.489" v="3633" actId="20577"/>
        <pc:sldMkLst>
          <pc:docMk/>
          <pc:sldMk cId="1912524315" sldId="281"/>
        </pc:sldMkLst>
        <pc:spChg chg="mod">
          <ac:chgData name="Alessandro Marchesano" userId="9839d344ee2d2222" providerId="LiveId" clId="{D35252FF-09FB-4A01-9F14-2E651086BE79}" dt="2026-03-29T13:15:52.489" v="3633" actId="20577"/>
          <ac:spMkLst>
            <pc:docMk/>
            <pc:sldMk cId="1912524315" sldId="281"/>
            <ac:spMk id="2" creationId="{0F13DE0B-1C3A-468F-B6D8-826CAF055167}"/>
          </ac:spMkLst>
        </pc:spChg>
        <pc:picChg chg="add mod">
          <ac:chgData name="Alessandro Marchesano" userId="9839d344ee2d2222" providerId="LiveId" clId="{D35252FF-09FB-4A01-9F14-2E651086BE79}" dt="2026-03-29T13:15:22.190" v="3616" actId="1076"/>
          <ac:picMkLst>
            <pc:docMk/>
            <pc:sldMk cId="1912524315" sldId="281"/>
            <ac:picMk id="4" creationId="{9EF315EC-3137-18C4-2C57-C6C504FD374B}"/>
          </ac:picMkLst>
        </pc:picChg>
        <pc:picChg chg="add mod">
          <ac:chgData name="Alessandro Marchesano" userId="9839d344ee2d2222" providerId="LiveId" clId="{D35252FF-09FB-4A01-9F14-2E651086BE79}" dt="2026-03-29T13:15:26.832" v="3617" actId="14100"/>
          <ac:picMkLst>
            <pc:docMk/>
            <pc:sldMk cId="1912524315" sldId="281"/>
            <ac:picMk id="6" creationId="{A0026396-A043-02D9-C9A3-E51832A0D5C9}"/>
          </ac:picMkLst>
        </pc:picChg>
      </pc:sldChg>
      <pc:sldChg chg="addSp delSp modSp mod">
        <pc:chgData name="Alessandro Marchesano" userId="9839d344ee2d2222" providerId="LiveId" clId="{D35252FF-09FB-4A01-9F14-2E651086BE79}" dt="2026-03-29T13:26:45.901" v="3694" actId="14100"/>
        <pc:sldMkLst>
          <pc:docMk/>
          <pc:sldMk cId="1232951076" sldId="283"/>
        </pc:sldMkLst>
        <pc:spChg chg="mod">
          <ac:chgData name="Alessandro Marchesano" userId="9839d344ee2d2222" providerId="LiveId" clId="{D35252FF-09FB-4A01-9F14-2E651086BE79}" dt="2026-03-29T13:23:32.456" v="3677" actId="20577"/>
          <ac:spMkLst>
            <pc:docMk/>
            <pc:sldMk cId="1232951076" sldId="283"/>
            <ac:spMk id="2" creationId="{1F6FFF1E-B7D6-258D-962B-2AE9AD4003B0}"/>
          </ac:spMkLst>
        </pc:spChg>
        <pc:picChg chg="add mod">
          <ac:chgData name="Alessandro Marchesano" userId="9839d344ee2d2222" providerId="LiveId" clId="{D35252FF-09FB-4A01-9F14-2E651086BE79}" dt="2026-03-29T13:25:52.271" v="3686" actId="14826"/>
          <ac:picMkLst>
            <pc:docMk/>
            <pc:sldMk cId="1232951076" sldId="283"/>
            <ac:picMk id="5" creationId="{9ED6CD46-D4BD-5962-3708-7EB311D94F0B}"/>
          </ac:picMkLst>
        </pc:picChg>
        <pc:picChg chg="add mod">
          <ac:chgData name="Alessandro Marchesano" userId="9839d344ee2d2222" providerId="LiveId" clId="{D35252FF-09FB-4A01-9F14-2E651086BE79}" dt="2026-03-29T13:26:45.901" v="3694" actId="14100"/>
          <ac:picMkLst>
            <pc:docMk/>
            <pc:sldMk cId="1232951076" sldId="283"/>
            <ac:picMk id="11" creationId="{D5024E34-A1D7-CC63-9DFE-F14ADE03F743}"/>
          </ac:picMkLst>
        </pc:picChg>
      </pc:sldChg>
      <pc:sldChg chg="addSp modSp add mod ord">
        <pc:chgData name="Alessandro Marchesano" userId="9839d344ee2d2222" providerId="LiveId" clId="{D35252FF-09FB-4A01-9F14-2E651086BE79}" dt="2026-03-27T16:31:42.368" v="1948" actId="20577"/>
        <pc:sldMkLst>
          <pc:docMk/>
          <pc:sldMk cId="701637575" sldId="289"/>
        </pc:sldMkLst>
        <pc:spChg chg="mod">
          <ac:chgData name="Alessandro Marchesano" userId="9839d344ee2d2222" providerId="LiveId" clId="{D35252FF-09FB-4A01-9F14-2E651086BE79}" dt="2026-03-27T16:21:23.301" v="1771" actId="20577"/>
          <ac:spMkLst>
            <pc:docMk/>
            <pc:sldMk cId="701637575" sldId="289"/>
            <ac:spMk id="2" creationId="{1B96096C-6D4F-65D3-C2F9-205D7B8B1EFB}"/>
          </ac:spMkLst>
        </pc:spChg>
        <pc:spChg chg="mod">
          <ac:chgData name="Alessandro Marchesano" userId="9839d344ee2d2222" providerId="LiveId" clId="{D35252FF-09FB-4A01-9F14-2E651086BE79}" dt="2026-03-27T16:31:42.368" v="1948" actId="20577"/>
          <ac:spMkLst>
            <pc:docMk/>
            <pc:sldMk cId="701637575" sldId="289"/>
            <ac:spMk id="3" creationId="{59D4DB9F-95DB-D4CE-BBE9-397C8F388D2F}"/>
          </ac:spMkLst>
        </pc:spChg>
        <pc:picChg chg="add mod">
          <ac:chgData name="Alessandro Marchesano" userId="9839d344ee2d2222" providerId="LiveId" clId="{D35252FF-09FB-4A01-9F14-2E651086BE79}" dt="2026-03-27T16:25:16.660" v="1899" actId="1076"/>
          <ac:picMkLst>
            <pc:docMk/>
            <pc:sldMk cId="701637575" sldId="289"/>
            <ac:picMk id="4" creationId="{5664969C-6F61-F0FE-73FD-E9D397E75F41}"/>
          </ac:picMkLst>
        </pc:picChg>
      </pc:sldChg>
      <pc:sldChg chg="addSp delSp modSp mod">
        <pc:chgData name="Alessandro Marchesano" userId="9839d344ee2d2222" providerId="LiveId" clId="{D35252FF-09FB-4A01-9F14-2E651086BE79}" dt="2026-03-29T19:52:54.756" v="4428" actId="1076"/>
        <pc:sldMkLst>
          <pc:docMk/>
          <pc:sldMk cId="436116566" sldId="294"/>
        </pc:sldMkLst>
        <pc:spChg chg="mod">
          <ac:chgData name="Alessandro Marchesano" userId="9839d344ee2d2222" providerId="LiveId" clId="{D35252FF-09FB-4A01-9F14-2E651086BE79}" dt="2026-03-27T13:56:26.256" v="587" actId="790"/>
          <ac:spMkLst>
            <pc:docMk/>
            <pc:sldMk cId="436116566" sldId="294"/>
            <ac:spMk id="2" creationId="{EBA2BA35-E4EE-7FA3-1734-1BAF20965C17}"/>
          </ac:spMkLst>
        </pc:spChg>
        <pc:spChg chg="mod">
          <ac:chgData name="Alessandro Marchesano" userId="9839d344ee2d2222" providerId="LiveId" clId="{D35252FF-09FB-4A01-9F14-2E651086BE79}" dt="2026-03-29T19:47:17.777" v="4359" actId="14100"/>
          <ac:spMkLst>
            <pc:docMk/>
            <pc:sldMk cId="436116566" sldId="294"/>
            <ac:spMk id="3" creationId="{7D096E46-CE1A-936F-8B88-ED4EEEDB027A}"/>
          </ac:spMkLst>
        </pc:spChg>
        <pc:spChg chg="add mod">
          <ac:chgData name="Alessandro Marchesano" userId="9839d344ee2d2222" providerId="LiveId" clId="{D35252FF-09FB-4A01-9F14-2E651086BE79}" dt="2026-03-29T19:50:18.361" v="4422" actId="14100"/>
          <ac:spMkLst>
            <pc:docMk/>
            <pc:sldMk cId="436116566" sldId="294"/>
            <ac:spMk id="4" creationId="{3CCA5058-2B43-E2DF-C00B-295BAB085A2B}"/>
          </ac:spMkLst>
        </pc:spChg>
        <pc:picChg chg="add mod">
          <ac:chgData name="Alessandro Marchesano" userId="9839d344ee2d2222" providerId="LiveId" clId="{D35252FF-09FB-4A01-9F14-2E651086BE79}" dt="2026-03-29T19:52:54.756" v="4428" actId="1076"/>
          <ac:picMkLst>
            <pc:docMk/>
            <pc:sldMk cId="436116566" sldId="294"/>
            <ac:picMk id="5" creationId="{0F70CC0A-5B3F-9E83-D2DC-F2DDA43BDBA3}"/>
          </ac:picMkLst>
        </pc:picChg>
      </pc:sldChg>
      <pc:sldChg chg="addSp delSp modSp mod">
        <pc:chgData name="Alessandro Marchesano" userId="9839d344ee2d2222" providerId="LiveId" clId="{D35252FF-09FB-4A01-9F14-2E651086BE79}" dt="2026-03-29T19:28:06.568" v="3917" actId="115"/>
        <pc:sldMkLst>
          <pc:docMk/>
          <pc:sldMk cId="939385510" sldId="295"/>
        </pc:sldMkLst>
        <pc:spChg chg="mod">
          <ac:chgData name="Alessandro Marchesano" userId="9839d344ee2d2222" providerId="LiveId" clId="{D35252FF-09FB-4A01-9F14-2E651086BE79}" dt="2026-03-29T19:19:30.209" v="3696" actId="20577"/>
          <ac:spMkLst>
            <pc:docMk/>
            <pc:sldMk cId="939385510" sldId="295"/>
            <ac:spMk id="2" creationId="{A9DA1420-C315-EC6D-3160-5CCF3269C967}"/>
          </ac:spMkLst>
        </pc:spChg>
        <pc:spChg chg="mod">
          <ac:chgData name="Alessandro Marchesano" userId="9839d344ee2d2222" providerId="LiveId" clId="{D35252FF-09FB-4A01-9F14-2E651086BE79}" dt="2026-03-29T19:28:06.568" v="3917" actId="115"/>
          <ac:spMkLst>
            <pc:docMk/>
            <pc:sldMk cId="939385510" sldId="295"/>
            <ac:spMk id="13" creationId="{78CE7E1A-CB6B-3A97-C56E-7A48EDE25D90}"/>
          </ac:spMkLst>
        </pc:spChg>
      </pc:sldChg>
      <pc:sldChg chg="modSp mod">
        <pc:chgData name="Alessandro Marchesano" userId="9839d344ee2d2222" providerId="LiveId" clId="{D35252FF-09FB-4A01-9F14-2E651086BE79}" dt="2026-03-29T12:49:55.714" v="3315" actId="20577"/>
        <pc:sldMkLst>
          <pc:docMk/>
          <pc:sldMk cId="3986289069" sldId="296"/>
        </pc:sldMkLst>
        <pc:spChg chg="mod">
          <ac:chgData name="Alessandro Marchesano" userId="9839d344ee2d2222" providerId="LiveId" clId="{D35252FF-09FB-4A01-9F14-2E651086BE79}" dt="2026-03-29T12:49:55.714" v="3315" actId="20577"/>
          <ac:spMkLst>
            <pc:docMk/>
            <pc:sldMk cId="3986289069" sldId="296"/>
            <ac:spMk id="2" creationId="{5D4331D1-E270-23CF-EFC5-23FDC8CE3F11}"/>
          </ac:spMkLst>
        </pc:spChg>
      </pc:sldChg>
      <pc:sldChg chg="modSp mod">
        <pc:chgData name="Alessandro Marchesano" userId="9839d344ee2d2222" providerId="LiveId" clId="{D35252FF-09FB-4A01-9F14-2E651086BE79}" dt="2026-03-29T12:48:48.765" v="3289" actId="20577"/>
        <pc:sldMkLst>
          <pc:docMk/>
          <pc:sldMk cId="2805360811" sldId="297"/>
        </pc:sldMkLst>
        <pc:spChg chg="mod">
          <ac:chgData name="Alessandro Marchesano" userId="9839d344ee2d2222" providerId="LiveId" clId="{D35252FF-09FB-4A01-9F14-2E651086BE79}" dt="2026-03-29T12:48:48.765" v="3289" actId="20577"/>
          <ac:spMkLst>
            <pc:docMk/>
            <pc:sldMk cId="2805360811" sldId="297"/>
            <ac:spMk id="3" creationId="{1988F491-D448-ACC4-9E28-7F2B35F0F5D5}"/>
          </ac:spMkLst>
        </pc:spChg>
        <pc:spChg chg="mod">
          <ac:chgData name="Alessandro Marchesano" userId="9839d344ee2d2222" providerId="LiveId" clId="{D35252FF-09FB-4A01-9F14-2E651086BE79}" dt="2026-03-29T12:48:29.940" v="3287" actId="20577"/>
          <ac:spMkLst>
            <pc:docMk/>
            <pc:sldMk cId="2805360811" sldId="297"/>
            <ac:spMk id="4" creationId="{5793A4AD-906E-2A0E-E50C-5CC7B72F3DAA}"/>
          </ac:spMkLst>
        </pc:spChg>
      </pc:sldChg>
      <pc:sldChg chg="addSp delSp modSp mod">
        <pc:chgData name="Alessandro Marchesano" userId="9839d344ee2d2222" providerId="LiveId" clId="{D35252FF-09FB-4A01-9F14-2E651086BE79}" dt="2026-04-01T13:51:12.543" v="6897" actId="20577"/>
        <pc:sldMkLst>
          <pc:docMk/>
          <pc:sldMk cId="1258331588" sldId="298"/>
        </pc:sldMkLst>
        <pc:spChg chg="mod">
          <ac:chgData name="Alessandro Marchesano" userId="9839d344ee2d2222" providerId="LiveId" clId="{D35252FF-09FB-4A01-9F14-2E651086BE79}" dt="2026-03-27T13:56:26.256" v="587" actId="790"/>
          <ac:spMkLst>
            <pc:docMk/>
            <pc:sldMk cId="1258331588" sldId="298"/>
            <ac:spMk id="2" creationId="{3F461026-90C3-BB44-D4B6-B254EF7F13A6}"/>
          </ac:spMkLst>
        </pc:spChg>
        <pc:spChg chg="mod">
          <ac:chgData name="Alessandro Marchesano" userId="9839d344ee2d2222" providerId="LiveId" clId="{D35252FF-09FB-4A01-9F14-2E651086BE79}" dt="2026-03-29T19:36:41.896" v="4100" actId="115"/>
          <ac:spMkLst>
            <pc:docMk/>
            <pc:sldMk cId="1258331588" sldId="298"/>
            <ac:spMk id="3" creationId="{C58ADB7E-93A6-1BE1-336D-BC885563FDD9}"/>
          </ac:spMkLst>
        </pc:spChg>
        <pc:spChg chg="add mod">
          <ac:chgData name="Alessandro Marchesano" userId="9839d344ee2d2222" providerId="LiveId" clId="{D35252FF-09FB-4A01-9F14-2E651086BE79}" dt="2026-04-01T13:51:12.543" v="6897" actId="20577"/>
          <ac:spMkLst>
            <pc:docMk/>
            <pc:sldMk cId="1258331588" sldId="298"/>
            <ac:spMk id="5" creationId="{BEA77376-2C21-DE39-7E9C-82594DBB56D8}"/>
          </ac:spMkLst>
        </pc:spChg>
        <pc:picChg chg="add mod">
          <ac:chgData name="Alessandro Marchesano" userId="9839d344ee2d2222" providerId="LiveId" clId="{D35252FF-09FB-4A01-9F14-2E651086BE79}" dt="2026-03-29T19:34:01.458" v="3984" actId="1076"/>
          <ac:picMkLst>
            <pc:docMk/>
            <pc:sldMk cId="1258331588" sldId="298"/>
            <ac:picMk id="2050" creationId="{D1F45EB2-ACA3-B759-AA63-E8803183A80D}"/>
          </ac:picMkLst>
        </pc:picChg>
      </pc:sldChg>
      <pc:sldChg chg="modSp mod">
        <pc:chgData name="Alessandro Marchesano" userId="9839d344ee2d2222" providerId="LiveId" clId="{D35252FF-09FB-4A01-9F14-2E651086BE79}" dt="2026-03-29T20:30:56.253" v="4637" actId="108"/>
        <pc:sldMkLst>
          <pc:docMk/>
          <pc:sldMk cId="1971685914" sldId="299"/>
        </pc:sldMkLst>
        <pc:spChg chg="mod">
          <ac:chgData name="Alessandro Marchesano" userId="9839d344ee2d2222" providerId="LiveId" clId="{D35252FF-09FB-4A01-9F14-2E651086BE79}" dt="2026-03-29T19:54:17.125" v="4459" actId="20577"/>
          <ac:spMkLst>
            <pc:docMk/>
            <pc:sldMk cId="1971685914" sldId="299"/>
            <ac:spMk id="2" creationId="{E0C9C443-6F1C-2956-6FC5-47641C813E09}"/>
          </ac:spMkLst>
        </pc:spChg>
        <pc:spChg chg="mod">
          <ac:chgData name="Alessandro Marchesano" userId="9839d344ee2d2222" providerId="LiveId" clId="{D35252FF-09FB-4A01-9F14-2E651086BE79}" dt="2026-03-29T20:30:56.253" v="4637" actId="108"/>
          <ac:spMkLst>
            <pc:docMk/>
            <pc:sldMk cId="1971685914" sldId="299"/>
            <ac:spMk id="3" creationId="{066FD028-38BA-0C27-BBDD-B02EB3666C97}"/>
          </ac:spMkLst>
        </pc:spChg>
      </pc:sldChg>
      <pc:sldChg chg="modSp mod ord">
        <pc:chgData name="Alessandro Marchesano" userId="9839d344ee2d2222" providerId="LiveId" clId="{D35252FF-09FB-4A01-9F14-2E651086BE79}" dt="2026-03-31T09:24:39.099" v="5043"/>
        <pc:sldMkLst>
          <pc:docMk/>
          <pc:sldMk cId="742197777" sldId="300"/>
        </pc:sldMkLst>
        <pc:spChg chg="mod">
          <ac:chgData name="Alessandro Marchesano" userId="9839d344ee2d2222" providerId="LiveId" clId="{D35252FF-09FB-4A01-9F14-2E651086BE79}" dt="2026-03-31T09:24:13.322" v="5041" actId="20577"/>
          <ac:spMkLst>
            <pc:docMk/>
            <pc:sldMk cId="742197777" sldId="300"/>
            <ac:spMk id="2" creationId="{4EBA6986-364D-C2CC-6E68-92E77359824F}"/>
          </ac:spMkLst>
        </pc:spChg>
        <pc:spChg chg="mod">
          <ac:chgData name="Alessandro Marchesano" userId="9839d344ee2d2222" providerId="LiveId" clId="{D35252FF-09FB-4A01-9F14-2E651086BE79}" dt="2026-03-31T09:23:55.574" v="5014" actId="20577"/>
          <ac:spMkLst>
            <pc:docMk/>
            <pc:sldMk cId="742197777" sldId="300"/>
            <ac:spMk id="3" creationId="{8F110FA1-202A-FA21-33E9-737F7E892015}"/>
          </ac:spMkLst>
        </pc:spChg>
      </pc:sldChg>
      <pc:sldChg chg="addSp delSp modSp mod ord">
        <pc:chgData name="Alessandro Marchesano" userId="9839d344ee2d2222" providerId="LiveId" clId="{D35252FF-09FB-4A01-9F14-2E651086BE79}" dt="2026-03-31T12:52:43.592" v="6107" actId="21"/>
        <pc:sldMkLst>
          <pc:docMk/>
          <pc:sldMk cId="139038633" sldId="303"/>
        </pc:sldMkLst>
        <pc:spChg chg="mod">
          <ac:chgData name="Alessandro Marchesano" userId="9839d344ee2d2222" providerId="LiveId" clId="{D35252FF-09FB-4A01-9F14-2E651086BE79}" dt="2026-03-31T10:17:43.795" v="5165" actId="20577"/>
          <ac:spMkLst>
            <pc:docMk/>
            <pc:sldMk cId="139038633" sldId="303"/>
            <ac:spMk id="2" creationId="{FEC26F7E-CCAD-60CF-2A6D-0888B568CAF0}"/>
          </ac:spMkLst>
        </pc:spChg>
        <pc:spChg chg="mod">
          <ac:chgData name="Alessandro Marchesano" userId="9839d344ee2d2222" providerId="LiveId" clId="{D35252FF-09FB-4A01-9F14-2E651086BE79}" dt="2026-03-31T10:19:17.928" v="5195" actId="20577"/>
          <ac:spMkLst>
            <pc:docMk/>
            <pc:sldMk cId="139038633" sldId="303"/>
            <ac:spMk id="3" creationId="{94CFCDD0-B027-5917-14D3-B6D965EA441E}"/>
          </ac:spMkLst>
        </pc:spChg>
      </pc:sldChg>
      <pc:sldChg chg="modSp mod ord">
        <pc:chgData name="Alessandro Marchesano" userId="9839d344ee2d2222" providerId="LiveId" clId="{D35252FF-09FB-4A01-9F14-2E651086BE79}" dt="2026-03-31T09:28:04.952" v="5101" actId="20577"/>
        <pc:sldMkLst>
          <pc:docMk/>
          <pc:sldMk cId="2477164989" sldId="304"/>
        </pc:sldMkLst>
        <pc:spChg chg="mod">
          <ac:chgData name="Alessandro Marchesano" userId="9839d344ee2d2222" providerId="LiveId" clId="{D35252FF-09FB-4A01-9F14-2E651086BE79}" dt="2026-03-31T09:25:46.859" v="5061" actId="20577"/>
          <ac:spMkLst>
            <pc:docMk/>
            <pc:sldMk cId="2477164989" sldId="304"/>
            <ac:spMk id="2" creationId="{6856B159-FA24-2B86-0421-CA0F32BE5369}"/>
          </ac:spMkLst>
        </pc:spChg>
        <pc:spChg chg="mod">
          <ac:chgData name="Alessandro Marchesano" userId="9839d344ee2d2222" providerId="LiveId" clId="{D35252FF-09FB-4A01-9F14-2E651086BE79}" dt="2026-03-31T09:28:04.952" v="5101" actId="20577"/>
          <ac:spMkLst>
            <pc:docMk/>
            <pc:sldMk cId="2477164989" sldId="304"/>
            <ac:spMk id="3" creationId="{31E77489-5162-F67F-087A-A9C83FF432D4}"/>
          </ac:spMkLst>
        </pc:spChg>
      </pc:sldChg>
      <pc:sldChg chg="addSp delSp modSp mod ord">
        <pc:chgData name="Alessandro Marchesano" userId="9839d344ee2d2222" providerId="LiveId" clId="{D35252FF-09FB-4A01-9F14-2E651086BE79}" dt="2026-03-31T09:03:09.001" v="4945" actId="20577"/>
        <pc:sldMkLst>
          <pc:docMk/>
          <pc:sldMk cId="717137784" sldId="306"/>
        </pc:sldMkLst>
        <pc:spChg chg="mod">
          <ac:chgData name="Alessandro Marchesano" userId="9839d344ee2d2222" providerId="LiveId" clId="{D35252FF-09FB-4A01-9F14-2E651086BE79}" dt="2026-03-31T09:03:09.001" v="4945" actId="20577"/>
          <ac:spMkLst>
            <pc:docMk/>
            <pc:sldMk cId="717137784" sldId="306"/>
            <ac:spMk id="2" creationId="{5CEA2CA8-B2F2-126C-15C0-A7B610D67D08}"/>
          </ac:spMkLst>
        </pc:spChg>
        <pc:spChg chg="mod">
          <ac:chgData name="Alessandro Marchesano" userId="9839d344ee2d2222" providerId="LiveId" clId="{D35252FF-09FB-4A01-9F14-2E651086BE79}" dt="2026-03-31T09:01:57.949" v="4892" actId="20577"/>
          <ac:spMkLst>
            <pc:docMk/>
            <pc:sldMk cId="717137784" sldId="306"/>
            <ac:spMk id="3" creationId="{7FBE38F9-3ECD-BA71-C1C5-7B0F28DD8F3E}"/>
          </ac:spMkLst>
        </pc:spChg>
      </pc:sldChg>
      <pc:sldChg chg="addSp delSp modSp mod ord">
        <pc:chgData name="Alessandro Marchesano" userId="9839d344ee2d2222" providerId="LiveId" clId="{D35252FF-09FB-4A01-9F14-2E651086BE79}" dt="2026-04-01T18:43:22.040" v="8860" actId="20577"/>
        <pc:sldMkLst>
          <pc:docMk/>
          <pc:sldMk cId="3356854532" sldId="309"/>
        </pc:sldMkLst>
        <pc:spChg chg="mod">
          <ac:chgData name="Alessandro Marchesano" userId="9839d344ee2d2222" providerId="LiveId" clId="{D35252FF-09FB-4A01-9F14-2E651086BE79}" dt="2026-03-31T10:30:35.875" v="5312" actId="20577"/>
          <ac:spMkLst>
            <pc:docMk/>
            <pc:sldMk cId="3356854532" sldId="309"/>
            <ac:spMk id="2" creationId="{6FC5E573-3842-5DD6-344D-98E0B41CD49A}"/>
          </ac:spMkLst>
        </pc:spChg>
        <pc:spChg chg="mod">
          <ac:chgData name="Alessandro Marchesano" userId="9839d344ee2d2222" providerId="LiveId" clId="{D35252FF-09FB-4A01-9F14-2E651086BE79}" dt="2026-04-01T18:43:22.040" v="8860" actId="20577"/>
          <ac:spMkLst>
            <pc:docMk/>
            <pc:sldMk cId="3356854532" sldId="309"/>
            <ac:spMk id="3" creationId="{1A703119-DC1C-CD8E-C044-EAA4155D46E7}"/>
          </ac:spMkLst>
        </pc:spChg>
      </pc:sldChg>
      <pc:sldChg chg="addSp delSp modSp mod modAnim">
        <pc:chgData name="Alessandro Marchesano" userId="9839d344ee2d2222" providerId="LiveId" clId="{D35252FF-09FB-4A01-9F14-2E651086BE79}" dt="2026-03-31T12:11:49.015" v="5352" actId="20577"/>
        <pc:sldMkLst>
          <pc:docMk/>
          <pc:sldMk cId="2906215195" sldId="311"/>
        </pc:sldMkLst>
        <pc:spChg chg="mod">
          <ac:chgData name="Alessandro Marchesano" userId="9839d344ee2d2222" providerId="LiveId" clId="{D35252FF-09FB-4A01-9F14-2E651086BE79}" dt="2026-03-31T12:11:49.015" v="5352" actId="20577"/>
          <ac:spMkLst>
            <pc:docMk/>
            <pc:sldMk cId="2906215195" sldId="311"/>
            <ac:spMk id="2" creationId="{AA7615E9-A803-4BAA-BD78-33268561F0AD}"/>
          </ac:spMkLst>
        </pc:spChg>
        <pc:picChg chg="add mod">
          <ac:chgData name="Alessandro Marchesano" userId="9839d344ee2d2222" providerId="LiveId" clId="{D35252FF-09FB-4A01-9F14-2E651086BE79}" dt="2026-03-31T12:05:32.262" v="5317" actId="1076"/>
          <ac:picMkLst>
            <pc:docMk/>
            <pc:sldMk cId="2906215195" sldId="311"/>
            <ac:picMk id="4" creationId="{A6B2E580-A869-C496-3A00-90C09A05D7CF}"/>
          </ac:picMkLst>
        </pc:picChg>
        <pc:picChg chg="add mod">
          <ac:chgData name="Alessandro Marchesano" userId="9839d344ee2d2222" providerId="LiveId" clId="{D35252FF-09FB-4A01-9F14-2E651086BE79}" dt="2026-03-31T12:11:24.276" v="5340" actId="14100"/>
          <ac:picMkLst>
            <pc:docMk/>
            <pc:sldMk cId="2906215195" sldId="311"/>
            <ac:picMk id="7" creationId="{57DC1478-5DB9-5203-A5D5-BF7B662EB2BE}"/>
          </ac:picMkLst>
        </pc:picChg>
      </pc:sldChg>
      <pc:sldChg chg="modSp mod ord">
        <pc:chgData name="Alessandro Marchesano" userId="9839d344ee2d2222" providerId="LiveId" clId="{D35252FF-09FB-4A01-9F14-2E651086BE79}" dt="2026-03-31T10:20:52.749" v="5233" actId="20577"/>
        <pc:sldMkLst>
          <pc:docMk/>
          <pc:sldMk cId="2904175922" sldId="313"/>
        </pc:sldMkLst>
        <pc:spChg chg="mod">
          <ac:chgData name="Alessandro Marchesano" userId="9839d344ee2d2222" providerId="LiveId" clId="{D35252FF-09FB-4A01-9F14-2E651086BE79}" dt="2026-03-31T10:20:21.577" v="5221" actId="20577"/>
          <ac:spMkLst>
            <pc:docMk/>
            <pc:sldMk cId="2904175922" sldId="313"/>
            <ac:spMk id="2" creationId="{14FFCB58-811A-05E2-300A-81F933140841}"/>
          </ac:spMkLst>
        </pc:spChg>
        <pc:spChg chg="mod">
          <ac:chgData name="Alessandro Marchesano" userId="9839d344ee2d2222" providerId="LiveId" clId="{D35252FF-09FB-4A01-9F14-2E651086BE79}" dt="2026-03-31T10:20:52.749" v="5233" actId="20577"/>
          <ac:spMkLst>
            <pc:docMk/>
            <pc:sldMk cId="2904175922" sldId="313"/>
            <ac:spMk id="3" creationId="{2AFE608A-2E44-367C-0732-646026D595D4}"/>
          </ac:spMkLst>
        </pc:spChg>
      </pc:sldChg>
      <pc:sldChg chg="addSp delSp modSp mod modAnim">
        <pc:chgData name="Alessandro Marchesano" userId="9839d344ee2d2222" providerId="LiveId" clId="{D35252FF-09FB-4A01-9F14-2E651086BE79}" dt="2026-03-31T12:11:32.720" v="5342"/>
        <pc:sldMkLst>
          <pc:docMk/>
          <pc:sldMk cId="2818589869" sldId="314"/>
        </pc:sldMkLst>
        <pc:spChg chg="mod">
          <ac:chgData name="Alessandro Marchesano" userId="9839d344ee2d2222" providerId="LiveId" clId="{D35252FF-09FB-4A01-9F14-2E651086BE79}" dt="2026-03-27T13:56:26.256" v="587" actId="790"/>
          <ac:spMkLst>
            <pc:docMk/>
            <pc:sldMk cId="2818589869" sldId="314"/>
            <ac:spMk id="2" creationId="{A051C5D1-EA75-A276-EFC9-56C957C13A5C}"/>
          </ac:spMkLst>
        </pc:spChg>
        <pc:picChg chg="add mod ord">
          <ac:chgData name="Alessandro Marchesano" userId="9839d344ee2d2222" providerId="LiveId" clId="{D35252FF-09FB-4A01-9F14-2E651086BE79}" dt="2026-03-31T12:11:29.228" v="5341" actId="14100"/>
          <ac:picMkLst>
            <pc:docMk/>
            <pc:sldMk cId="2818589869" sldId="314"/>
            <ac:picMk id="4" creationId="{1AE23928-B5B1-8BF6-8634-EC87172CE11E}"/>
          </ac:picMkLst>
        </pc:picChg>
        <pc:picChg chg="add mod">
          <ac:chgData name="Alessandro Marchesano" userId="9839d344ee2d2222" providerId="LiveId" clId="{D35252FF-09FB-4A01-9F14-2E651086BE79}" dt="2026-03-31T12:10:58.931" v="5331" actId="14100"/>
          <ac:picMkLst>
            <pc:docMk/>
            <pc:sldMk cId="2818589869" sldId="314"/>
            <ac:picMk id="7" creationId="{3C3EB143-A0D4-6C3A-8E35-14F6691D6872}"/>
          </ac:picMkLst>
        </pc:picChg>
      </pc:sldChg>
      <pc:sldChg chg="addSp delSp modSp mod ord delAnim modAnim">
        <pc:chgData name="Alessandro Marchesano" userId="9839d344ee2d2222" providerId="LiveId" clId="{D35252FF-09FB-4A01-9F14-2E651086BE79}" dt="2026-04-01T18:47:15.524" v="8895"/>
        <pc:sldMkLst>
          <pc:docMk/>
          <pc:sldMk cId="2843763452" sldId="315"/>
        </pc:sldMkLst>
        <pc:spChg chg="mod">
          <ac:chgData name="Alessandro Marchesano" userId="9839d344ee2d2222" providerId="LiveId" clId="{D35252FF-09FB-4A01-9F14-2E651086BE79}" dt="2026-04-01T18:46:04.026" v="8883" actId="1076"/>
          <ac:spMkLst>
            <pc:docMk/>
            <pc:sldMk cId="2843763452" sldId="315"/>
            <ac:spMk id="2" creationId="{9E470942-A3C1-A0C6-7425-C4C1957D9611}"/>
          </ac:spMkLst>
        </pc:spChg>
        <pc:picChg chg="add mod ord">
          <ac:chgData name="Alessandro Marchesano" userId="9839d344ee2d2222" providerId="LiveId" clId="{D35252FF-09FB-4A01-9F14-2E651086BE79}" dt="2026-04-01T18:46:18.153" v="8890" actId="1076"/>
          <ac:picMkLst>
            <pc:docMk/>
            <pc:sldMk cId="2843763452" sldId="315"/>
            <ac:picMk id="4" creationId="{A976388F-A719-2921-26C8-696BBBF89B61}"/>
          </ac:picMkLst>
        </pc:picChg>
        <pc:picChg chg="add mod">
          <ac:chgData name="Alessandro Marchesano" userId="9839d344ee2d2222" providerId="LiveId" clId="{D35252FF-09FB-4A01-9F14-2E651086BE79}" dt="2026-04-01T18:46:12.046" v="8886" actId="1076"/>
          <ac:picMkLst>
            <pc:docMk/>
            <pc:sldMk cId="2843763452" sldId="315"/>
            <ac:picMk id="8" creationId="{FEE5095E-7F50-A767-1152-BBB6E11380C0}"/>
          </ac:picMkLst>
        </pc:picChg>
        <pc:picChg chg="add mod">
          <ac:chgData name="Alessandro Marchesano" userId="9839d344ee2d2222" providerId="LiveId" clId="{D35252FF-09FB-4A01-9F14-2E651086BE79}" dt="2026-04-01T18:47:03.257" v="8893" actId="1076"/>
          <ac:picMkLst>
            <pc:docMk/>
            <pc:sldMk cId="2843763452" sldId="315"/>
            <ac:picMk id="10" creationId="{CF7F0449-8032-9108-D6A5-CD789EDF1204}"/>
          </ac:picMkLst>
        </pc:picChg>
      </pc:sldChg>
      <pc:sldChg chg="mod modShow">
        <pc:chgData name="Alessandro Marchesano" userId="9839d344ee2d2222" providerId="LiveId" clId="{D35252FF-09FB-4A01-9F14-2E651086BE79}" dt="2026-04-01T18:47:21.895" v="8896" actId="729"/>
        <pc:sldMkLst>
          <pc:docMk/>
          <pc:sldMk cId="1291102981" sldId="317"/>
        </pc:sldMkLst>
      </pc:sldChg>
      <pc:sldChg chg="modSp mod modShow">
        <pc:chgData name="Alessandro Marchesano" userId="9839d344ee2d2222" providerId="LiveId" clId="{D35252FF-09FB-4A01-9F14-2E651086BE79}" dt="2026-04-07T15:07:28.206" v="8955" actId="729"/>
        <pc:sldMkLst>
          <pc:docMk/>
          <pc:sldMk cId="4002241353" sldId="318"/>
        </pc:sldMkLst>
        <pc:spChg chg="mod">
          <ac:chgData name="Alessandro Marchesano" userId="9839d344ee2d2222" providerId="LiveId" clId="{D35252FF-09FB-4A01-9F14-2E651086BE79}" dt="2026-04-07T15:07:23.621" v="8954"/>
          <ac:spMkLst>
            <pc:docMk/>
            <pc:sldMk cId="4002241353" sldId="318"/>
            <ac:spMk id="3" creationId="{AAD9EE87-E88F-4CF9-391A-B906B7B439CC}"/>
          </ac:spMkLst>
        </pc:spChg>
      </pc:sldChg>
      <pc:sldChg chg="addSp delSp modSp new mod">
        <pc:chgData name="Alessandro Marchesano" userId="9839d344ee2d2222" providerId="LiveId" clId="{D35252FF-09FB-4A01-9F14-2E651086BE79}" dt="2026-03-27T13:56:26.256" v="587" actId="790"/>
        <pc:sldMkLst>
          <pc:docMk/>
          <pc:sldMk cId="1713961695" sldId="319"/>
        </pc:sldMkLst>
        <pc:spChg chg="mod">
          <ac:chgData name="Alessandro Marchesano" userId="9839d344ee2d2222" providerId="LiveId" clId="{D35252FF-09FB-4A01-9F14-2E651086BE79}" dt="2026-03-27T13:56:26.256" v="587" actId="790"/>
          <ac:spMkLst>
            <pc:docMk/>
            <pc:sldMk cId="1713961695" sldId="319"/>
            <ac:spMk id="2" creationId="{BE554674-F39D-408D-BF8B-86975693C2B2}"/>
          </ac:spMkLst>
        </pc:spChg>
        <pc:spChg chg="add mod">
          <ac:chgData name="Alessandro Marchesano" userId="9839d344ee2d2222" providerId="LiveId" clId="{D35252FF-09FB-4A01-9F14-2E651086BE79}" dt="2026-03-27T13:56:26.256" v="587" actId="790"/>
          <ac:spMkLst>
            <pc:docMk/>
            <pc:sldMk cId="1713961695" sldId="319"/>
            <ac:spMk id="7" creationId="{9B6C9AE9-3B4E-F307-2B4B-218F970CC798}"/>
          </ac:spMkLst>
        </pc:spChg>
        <pc:spChg chg="add mod">
          <ac:chgData name="Alessandro Marchesano" userId="9839d344ee2d2222" providerId="LiveId" clId="{D35252FF-09FB-4A01-9F14-2E651086BE79}" dt="2026-03-27T13:56:26.256" v="587" actId="790"/>
          <ac:spMkLst>
            <pc:docMk/>
            <pc:sldMk cId="1713961695" sldId="319"/>
            <ac:spMk id="8" creationId="{62F6BA41-5D36-A189-1F69-F290F16B8FD0}"/>
          </ac:spMkLst>
        </pc:spChg>
        <pc:spChg chg="add mod">
          <ac:chgData name="Alessandro Marchesano" userId="9839d344ee2d2222" providerId="LiveId" clId="{D35252FF-09FB-4A01-9F14-2E651086BE79}" dt="2026-03-27T13:56:26.256" v="587" actId="790"/>
          <ac:spMkLst>
            <pc:docMk/>
            <pc:sldMk cId="1713961695" sldId="319"/>
            <ac:spMk id="10" creationId="{32F430B6-69E3-20B9-5EE3-1E684052C992}"/>
          </ac:spMkLst>
        </pc:spChg>
        <pc:spChg chg="add mod">
          <ac:chgData name="Alessandro Marchesano" userId="9839d344ee2d2222" providerId="LiveId" clId="{D35252FF-09FB-4A01-9F14-2E651086BE79}" dt="2026-03-27T13:56:26.256" v="587" actId="790"/>
          <ac:spMkLst>
            <pc:docMk/>
            <pc:sldMk cId="1713961695" sldId="319"/>
            <ac:spMk id="11" creationId="{A31BBF44-DD1C-3477-6FC1-83E97125E0E0}"/>
          </ac:spMkLst>
        </pc:spChg>
        <pc:picChg chg="add mod">
          <ac:chgData name="Alessandro Marchesano" userId="9839d344ee2d2222" providerId="LiveId" clId="{D35252FF-09FB-4A01-9F14-2E651086BE79}" dt="2026-03-27T13:15:41.251" v="294" actId="1076"/>
          <ac:picMkLst>
            <pc:docMk/>
            <pc:sldMk cId="1713961695" sldId="319"/>
            <ac:picMk id="4" creationId="{74CD6669-516F-4D29-7C28-40A3C883DEA7}"/>
          </ac:picMkLst>
        </pc:picChg>
        <pc:picChg chg="add mod">
          <ac:chgData name="Alessandro Marchesano" userId="9839d344ee2d2222" providerId="LiveId" clId="{D35252FF-09FB-4A01-9F14-2E651086BE79}" dt="2026-03-27T13:20:07.802" v="331" actId="1076"/>
          <ac:picMkLst>
            <pc:docMk/>
            <pc:sldMk cId="1713961695" sldId="319"/>
            <ac:picMk id="5" creationId="{F2775626-07A6-FB98-6774-BF2D0D8FF3D6}"/>
          </ac:picMkLst>
        </pc:picChg>
      </pc:sldChg>
      <pc:sldChg chg="modSp new mod">
        <pc:chgData name="Alessandro Marchesano" userId="9839d344ee2d2222" providerId="LiveId" clId="{D35252FF-09FB-4A01-9F14-2E651086BE79}" dt="2026-03-27T13:56:26.256" v="587" actId="790"/>
        <pc:sldMkLst>
          <pc:docMk/>
          <pc:sldMk cId="3745315145" sldId="320"/>
        </pc:sldMkLst>
        <pc:spChg chg="mod">
          <ac:chgData name="Alessandro Marchesano" userId="9839d344ee2d2222" providerId="LiveId" clId="{D35252FF-09FB-4A01-9F14-2E651086BE79}" dt="2026-03-27T13:56:26.256" v="587" actId="790"/>
          <ac:spMkLst>
            <pc:docMk/>
            <pc:sldMk cId="3745315145" sldId="320"/>
            <ac:spMk id="2" creationId="{F7FDFC96-D239-7B2C-BA49-633DF9A6E3C8}"/>
          </ac:spMkLst>
        </pc:spChg>
        <pc:spChg chg="mod">
          <ac:chgData name="Alessandro Marchesano" userId="9839d344ee2d2222" providerId="LiveId" clId="{D35252FF-09FB-4A01-9F14-2E651086BE79}" dt="2026-03-27T13:56:26.256" v="587" actId="790"/>
          <ac:spMkLst>
            <pc:docMk/>
            <pc:sldMk cId="3745315145" sldId="320"/>
            <ac:spMk id="3" creationId="{99D8929C-5AC4-BF56-AD0B-2CB3CC114455}"/>
          </ac:spMkLst>
        </pc:spChg>
      </pc:sldChg>
      <pc:sldChg chg="addSp delSp modSp new mod">
        <pc:chgData name="Alessandro Marchesano" userId="9839d344ee2d2222" providerId="LiveId" clId="{D35252FF-09FB-4A01-9F14-2E651086BE79}" dt="2026-03-27T13:56:26.256" v="587" actId="790"/>
        <pc:sldMkLst>
          <pc:docMk/>
          <pc:sldMk cId="4110298087" sldId="321"/>
        </pc:sldMkLst>
        <pc:spChg chg="mod">
          <ac:chgData name="Alessandro Marchesano" userId="9839d344ee2d2222" providerId="LiveId" clId="{D35252FF-09FB-4A01-9F14-2E651086BE79}" dt="2026-03-27T13:56:26.256" v="587" actId="790"/>
          <ac:spMkLst>
            <pc:docMk/>
            <pc:sldMk cId="4110298087" sldId="321"/>
            <ac:spMk id="2" creationId="{19F51393-70D0-CF81-45B7-FF935C13404E}"/>
          </ac:spMkLst>
        </pc:spChg>
        <pc:picChg chg="add mod">
          <ac:chgData name="Alessandro Marchesano" userId="9839d344ee2d2222" providerId="LiveId" clId="{D35252FF-09FB-4A01-9F14-2E651086BE79}" dt="2026-03-27T13:33:23.581" v="494" actId="1076"/>
          <ac:picMkLst>
            <pc:docMk/>
            <pc:sldMk cId="4110298087" sldId="321"/>
            <ac:picMk id="5" creationId="{B6F991E3-B0C8-60D7-E5D8-E0275E8EC7DF}"/>
          </ac:picMkLst>
        </pc:picChg>
        <pc:picChg chg="add mod">
          <ac:chgData name="Alessandro Marchesano" userId="9839d344ee2d2222" providerId="LiveId" clId="{D35252FF-09FB-4A01-9F14-2E651086BE79}" dt="2026-03-27T13:33:26.884" v="495" actId="1076"/>
          <ac:picMkLst>
            <pc:docMk/>
            <pc:sldMk cId="4110298087" sldId="321"/>
            <ac:picMk id="7" creationId="{EBC3AB47-A15F-B53D-3891-04C10C7DB79A}"/>
          </ac:picMkLst>
        </pc:picChg>
      </pc:sldChg>
      <pc:sldChg chg="addSp delSp modSp new mod">
        <pc:chgData name="Alessandro Marchesano" userId="9839d344ee2d2222" providerId="LiveId" clId="{D35252FF-09FB-4A01-9F14-2E651086BE79}" dt="2026-03-27T13:56:26.256" v="587" actId="790"/>
        <pc:sldMkLst>
          <pc:docMk/>
          <pc:sldMk cId="22295225" sldId="322"/>
        </pc:sldMkLst>
        <pc:spChg chg="mod">
          <ac:chgData name="Alessandro Marchesano" userId="9839d344ee2d2222" providerId="LiveId" clId="{D35252FF-09FB-4A01-9F14-2E651086BE79}" dt="2026-03-27T13:56:26.256" v="587" actId="790"/>
          <ac:spMkLst>
            <pc:docMk/>
            <pc:sldMk cId="22295225" sldId="322"/>
            <ac:spMk id="2" creationId="{A045A587-3D71-9F1D-93B5-D40362AC4AC7}"/>
          </ac:spMkLst>
        </pc:spChg>
        <pc:picChg chg="add mod">
          <ac:chgData name="Alessandro Marchesano" userId="9839d344ee2d2222" providerId="LiveId" clId="{D35252FF-09FB-4A01-9F14-2E651086BE79}" dt="2026-03-27T13:35:07.468" v="523" actId="1076"/>
          <ac:picMkLst>
            <pc:docMk/>
            <pc:sldMk cId="22295225" sldId="322"/>
            <ac:picMk id="4" creationId="{2DD099A8-D593-1290-2649-E42E305B7ABE}"/>
          </ac:picMkLst>
        </pc:picChg>
        <pc:picChg chg="add mod ord">
          <ac:chgData name="Alessandro Marchesano" userId="9839d344ee2d2222" providerId="LiveId" clId="{D35252FF-09FB-4A01-9F14-2E651086BE79}" dt="2026-03-27T13:36:23.340" v="533" actId="1076"/>
          <ac:picMkLst>
            <pc:docMk/>
            <pc:sldMk cId="22295225" sldId="322"/>
            <ac:picMk id="5" creationId="{8E2635BD-934B-0443-EB5A-3B42F5EB9F69}"/>
          </ac:picMkLst>
        </pc:picChg>
      </pc:sldChg>
      <pc:sldChg chg="modSp new mod">
        <pc:chgData name="Alessandro Marchesano" userId="9839d344ee2d2222" providerId="LiveId" clId="{D35252FF-09FB-4A01-9F14-2E651086BE79}" dt="2026-03-27T14:08:11.946" v="715" actId="207"/>
        <pc:sldMkLst>
          <pc:docMk/>
          <pc:sldMk cId="3794507922" sldId="323"/>
        </pc:sldMkLst>
        <pc:spChg chg="mod">
          <ac:chgData name="Alessandro Marchesano" userId="9839d344ee2d2222" providerId="LiveId" clId="{D35252FF-09FB-4A01-9F14-2E651086BE79}" dt="2026-03-27T13:56:26.256" v="587" actId="790"/>
          <ac:spMkLst>
            <pc:docMk/>
            <pc:sldMk cId="3794507922" sldId="323"/>
            <ac:spMk id="2" creationId="{C84BAA90-5070-655B-3A20-DB5D09C7DFA7}"/>
          </ac:spMkLst>
        </pc:spChg>
        <pc:spChg chg="mod">
          <ac:chgData name="Alessandro Marchesano" userId="9839d344ee2d2222" providerId="LiveId" clId="{D35252FF-09FB-4A01-9F14-2E651086BE79}" dt="2026-03-27T14:08:11.946" v="715" actId="207"/>
          <ac:spMkLst>
            <pc:docMk/>
            <pc:sldMk cId="3794507922" sldId="323"/>
            <ac:spMk id="3" creationId="{FDE99D95-2232-2BA6-697B-9FD4B3204A4B}"/>
          </ac:spMkLst>
        </pc:spChg>
      </pc:sldChg>
      <pc:sldChg chg="addSp modSp new mod">
        <pc:chgData name="Alessandro Marchesano" userId="9839d344ee2d2222" providerId="LiveId" clId="{D35252FF-09FB-4A01-9F14-2E651086BE79}" dt="2026-03-27T14:05:51.794" v="713" actId="207"/>
        <pc:sldMkLst>
          <pc:docMk/>
          <pc:sldMk cId="3874088004" sldId="324"/>
        </pc:sldMkLst>
        <pc:spChg chg="mod">
          <ac:chgData name="Alessandro Marchesano" userId="9839d344ee2d2222" providerId="LiveId" clId="{D35252FF-09FB-4A01-9F14-2E651086BE79}" dt="2026-03-27T14:03:48.151" v="708" actId="14100"/>
          <ac:spMkLst>
            <pc:docMk/>
            <pc:sldMk cId="3874088004" sldId="324"/>
            <ac:spMk id="2" creationId="{CA12B990-6445-8275-AAB2-2F2A733A5457}"/>
          </ac:spMkLst>
        </pc:spChg>
        <pc:spChg chg="mod">
          <ac:chgData name="Alessandro Marchesano" userId="9839d344ee2d2222" providerId="LiveId" clId="{D35252FF-09FB-4A01-9F14-2E651086BE79}" dt="2026-03-27T14:05:43.184" v="712" actId="207"/>
          <ac:spMkLst>
            <pc:docMk/>
            <pc:sldMk cId="3874088004" sldId="324"/>
            <ac:spMk id="3" creationId="{F11AEFD2-0D33-C346-D662-1A4C30569064}"/>
          </ac:spMkLst>
        </pc:spChg>
        <pc:spChg chg="add mod">
          <ac:chgData name="Alessandro Marchesano" userId="9839d344ee2d2222" providerId="LiveId" clId="{D35252FF-09FB-4A01-9F14-2E651086BE79}" dt="2026-03-27T14:05:51.794" v="713" actId="207"/>
          <ac:spMkLst>
            <pc:docMk/>
            <pc:sldMk cId="3874088004" sldId="324"/>
            <ac:spMk id="4" creationId="{9D497E1A-BF8B-44C7-93DE-1AC014AC2B72}"/>
          </ac:spMkLst>
        </pc:spChg>
      </pc:sldChg>
      <pc:sldChg chg="addSp delSp modSp new mod">
        <pc:chgData name="Alessandro Marchesano" userId="9839d344ee2d2222" providerId="LiveId" clId="{D35252FF-09FB-4A01-9F14-2E651086BE79}" dt="2026-03-31T10:21:23.159" v="5254" actId="20577"/>
        <pc:sldMkLst>
          <pc:docMk/>
          <pc:sldMk cId="3421403227" sldId="325"/>
        </pc:sldMkLst>
        <pc:spChg chg="mod">
          <ac:chgData name="Alessandro Marchesano" userId="9839d344ee2d2222" providerId="LiveId" clId="{D35252FF-09FB-4A01-9F14-2E651086BE79}" dt="2026-03-27T14:11:36.275" v="738" actId="20577"/>
          <ac:spMkLst>
            <pc:docMk/>
            <pc:sldMk cId="3421403227" sldId="325"/>
            <ac:spMk id="2" creationId="{34382A99-8BA7-4B13-437E-90A316E81854}"/>
          </ac:spMkLst>
        </pc:spChg>
        <pc:spChg chg="mod">
          <ac:chgData name="Alessandro Marchesano" userId="9839d344ee2d2222" providerId="LiveId" clId="{D35252FF-09FB-4A01-9F14-2E651086BE79}" dt="2026-03-31T10:21:23.159" v="5254" actId="20577"/>
          <ac:spMkLst>
            <pc:docMk/>
            <pc:sldMk cId="3421403227" sldId="325"/>
            <ac:spMk id="3" creationId="{853666B3-493E-B77D-99FC-3FAB246135E2}"/>
          </ac:spMkLst>
        </pc:spChg>
        <pc:picChg chg="add del mod">
          <ac:chgData name="Alessandro Marchesano" userId="9839d344ee2d2222" providerId="LiveId" clId="{D35252FF-09FB-4A01-9F14-2E651086BE79}" dt="2026-03-27T16:06:28.066" v="1373" actId="1076"/>
          <ac:picMkLst>
            <pc:docMk/>
            <pc:sldMk cId="3421403227" sldId="325"/>
            <ac:picMk id="2050" creationId="{6AD934EA-56ED-3634-1BE8-1C9B74AE1660}"/>
          </ac:picMkLst>
        </pc:picChg>
      </pc:sldChg>
      <pc:sldChg chg="addSp delSp modSp new mod">
        <pc:chgData name="Alessandro Marchesano" userId="9839d344ee2d2222" providerId="LiveId" clId="{D35252FF-09FB-4A01-9F14-2E651086BE79}" dt="2026-03-29T12:23:51.242" v="3255" actId="20577"/>
        <pc:sldMkLst>
          <pc:docMk/>
          <pc:sldMk cId="2181911501" sldId="326"/>
        </pc:sldMkLst>
        <pc:spChg chg="mod">
          <ac:chgData name="Alessandro Marchesano" userId="9839d344ee2d2222" providerId="LiveId" clId="{D35252FF-09FB-4A01-9F14-2E651086BE79}" dt="2026-03-27T15:32:34.549" v="813" actId="20577"/>
          <ac:spMkLst>
            <pc:docMk/>
            <pc:sldMk cId="2181911501" sldId="326"/>
            <ac:spMk id="2" creationId="{9AB3FD68-D05A-526D-8260-D9E4AA02DFCA}"/>
          </ac:spMkLst>
        </pc:spChg>
        <pc:spChg chg="mod">
          <ac:chgData name="Alessandro Marchesano" userId="9839d344ee2d2222" providerId="LiveId" clId="{D35252FF-09FB-4A01-9F14-2E651086BE79}" dt="2026-03-29T12:23:51.242" v="3255" actId="20577"/>
          <ac:spMkLst>
            <pc:docMk/>
            <pc:sldMk cId="2181911501" sldId="326"/>
            <ac:spMk id="3" creationId="{50DCA08B-5D07-6EFB-C8C5-346EC610E8FB}"/>
          </ac:spMkLst>
        </pc:spChg>
      </pc:sldChg>
      <pc:sldChg chg="addSp delSp modSp new mod ord">
        <pc:chgData name="Alessandro Marchesano" userId="9839d344ee2d2222" providerId="LiveId" clId="{D35252FF-09FB-4A01-9F14-2E651086BE79}" dt="2026-03-27T16:13:12.696" v="1593"/>
        <pc:sldMkLst>
          <pc:docMk/>
          <pc:sldMk cId="2423442680" sldId="327"/>
        </pc:sldMkLst>
        <pc:spChg chg="add mod">
          <ac:chgData name="Alessandro Marchesano" userId="9839d344ee2d2222" providerId="LiveId" clId="{D35252FF-09FB-4A01-9F14-2E651086BE79}" dt="2026-03-27T15:41:35.987" v="1100" actId="403"/>
          <ac:spMkLst>
            <pc:docMk/>
            <pc:sldMk cId="2423442680" sldId="327"/>
            <ac:spMk id="4" creationId="{81D6B968-27A6-78BB-117C-8ADAAC555CBE}"/>
          </ac:spMkLst>
        </pc:spChg>
        <pc:spChg chg="add mod">
          <ac:chgData name="Alessandro Marchesano" userId="9839d344ee2d2222" providerId="LiveId" clId="{D35252FF-09FB-4A01-9F14-2E651086BE79}" dt="2026-03-27T15:41:53.520" v="1108" actId="20577"/>
          <ac:spMkLst>
            <pc:docMk/>
            <pc:sldMk cId="2423442680" sldId="327"/>
            <ac:spMk id="5" creationId="{43F3A821-C1EF-92CF-0DF3-8DDFD8B83747}"/>
          </ac:spMkLst>
        </pc:spChg>
        <pc:picChg chg="add">
          <ac:chgData name="Alessandro Marchesano" userId="9839d344ee2d2222" providerId="LiveId" clId="{D35252FF-09FB-4A01-9F14-2E651086BE79}" dt="2026-03-27T15:40:23.431" v="1066"/>
          <ac:picMkLst>
            <pc:docMk/>
            <pc:sldMk cId="2423442680" sldId="327"/>
            <ac:picMk id="4098" creationId="{9B05ECDC-8634-9E7C-718E-5F1A58824EFF}"/>
          </ac:picMkLst>
        </pc:picChg>
      </pc:sldChg>
      <pc:sldChg chg="addSp modSp new mod">
        <pc:chgData name="Alessandro Marchesano" userId="9839d344ee2d2222" providerId="LiveId" clId="{D35252FF-09FB-4A01-9F14-2E651086BE79}" dt="2026-03-29T19:53:57.835" v="4432" actId="20577"/>
        <pc:sldMkLst>
          <pc:docMk/>
          <pc:sldMk cId="3047951281" sldId="328"/>
        </pc:sldMkLst>
        <pc:spChg chg="mod">
          <ac:chgData name="Alessandro Marchesano" userId="9839d344ee2d2222" providerId="LiveId" clId="{D35252FF-09FB-4A01-9F14-2E651086BE79}" dt="2026-03-29T19:53:57.835" v="4432" actId="20577"/>
          <ac:spMkLst>
            <pc:docMk/>
            <pc:sldMk cId="3047951281" sldId="328"/>
            <ac:spMk id="2" creationId="{A17971C7-9EED-E58A-5714-D334ACA9FF67}"/>
          </ac:spMkLst>
        </pc:spChg>
        <pc:spChg chg="mod">
          <ac:chgData name="Alessandro Marchesano" userId="9839d344ee2d2222" providerId="LiveId" clId="{D35252FF-09FB-4A01-9F14-2E651086BE79}" dt="2026-03-27T16:28:10.607" v="1902" actId="20577"/>
          <ac:spMkLst>
            <pc:docMk/>
            <pc:sldMk cId="3047951281" sldId="328"/>
            <ac:spMk id="3" creationId="{B3DC50E2-E32F-960A-F7C7-11A9F1EFDC88}"/>
          </ac:spMkLst>
        </pc:spChg>
        <pc:spChg chg="add mod">
          <ac:chgData name="Alessandro Marchesano" userId="9839d344ee2d2222" providerId="LiveId" clId="{D35252FF-09FB-4A01-9F14-2E651086BE79}" dt="2026-03-27T17:03:41.219" v="1949" actId="113"/>
          <ac:spMkLst>
            <pc:docMk/>
            <pc:sldMk cId="3047951281" sldId="328"/>
            <ac:spMk id="4" creationId="{C6260289-BDE9-51B3-2B9B-A97ED13C8B08}"/>
          </ac:spMkLst>
        </pc:spChg>
      </pc:sldChg>
      <pc:sldChg chg="modSp new mod">
        <pc:chgData name="Alessandro Marchesano" userId="9839d344ee2d2222" providerId="LiveId" clId="{D35252FF-09FB-4A01-9F14-2E651086BE79}" dt="2026-03-27T17:33:53.591" v="2172" actId="20577"/>
        <pc:sldMkLst>
          <pc:docMk/>
          <pc:sldMk cId="2342180224" sldId="329"/>
        </pc:sldMkLst>
        <pc:spChg chg="mod">
          <ac:chgData name="Alessandro Marchesano" userId="9839d344ee2d2222" providerId="LiveId" clId="{D35252FF-09FB-4A01-9F14-2E651086BE79}" dt="2026-03-27T16:29:03.280" v="1932" actId="20577"/>
          <ac:spMkLst>
            <pc:docMk/>
            <pc:sldMk cId="2342180224" sldId="329"/>
            <ac:spMk id="2" creationId="{76F48C82-0EFA-69E8-2F66-42812D509754}"/>
          </ac:spMkLst>
        </pc:spChg>
        <pc:spChg chg="mod">
          <ac:chgData name="Alessandro Marchesano" userId="9839d344ee2d2222" providerId="LiveId" clId="{D35252FF-09FB-4A01-9F14-2E651086BE79}" dt="2026-03-27T17:33:53.591" v="2172" actId="20577"/>
          <ac:spMkLst>
            <pc:docMk/>
            <pc:sldMk cId="2342180224" sldId="329"/>
            <ac:spMk id="3" creationId="{CF210B8F-5294-633B-D1B5-5CE57674741E}"/>
          </ac:spMkLst>
        </pc:spChg>
      </pc:sldChg>
      <pc:sldChg chg="addSp delSp modSp new mod">
        <pc:chgData name="Alessandro Marchesano" userId="9839d344ee2d2222" providerId="LiveId" clId="{D35252FF-09FB-4A01-9F14-2E651086BE79}" dt="2026-03-27T18:32:31.291" v="2397" actId="1035"/>
        <pc:sldMkLst>
          <pc:docMk/>
          <pc:sldMk cId="3419801990" sldId="330"/>
        </pc:sldMkLst>
        <pc:spChg chg="mod">
          <ac:chgData name="Alessandro Marchesano" userId="9839d344ee2d2222" providerId="LiveId" clId="{D35252FF-09FB-4A01-9F14-2E651086BE79}" dt="2026-03-27T18:31:58.821" v="2335" actId="14100"/>
          <ac:spMkLst>
            <pc:docMk/>
            <pc:sldMk cId="3419801990" sldId="330"/>
            <ac:spMk id="2" creationId="{E93B5184-DDD8-B4DD-386C-2F265F8DDFF5}"/>
          </ac:spMkLst>
        </pc:spChg>
        <pc:spChg chg="add mod">
          <ac:chgData name="Alessandro Marchesano" userId="9839d344ee2d2222" providerId="LiveId" clId="{D35252FF-09FB-4A01-9F14-2E651086BE79}" dt="2026-03-27T18:32:31.291" v="2397" actId="1035"/>
          <ac:spMkLst>
            <pc:docMk/>
            <pc:sldMk cId="3419801990" sldId="330"/>
            <ac:spMk id="20" creationId="{28371929-F3E5-43A4-47D3-B64E3DC647EE}"/>
          </ac:spMkLst>
        </pc:spChg>
        <pc:picChg chg="add mod">
          <ac:chgData name="Alessandro Marchesano" userId="9839d344ee2d2222" providerId="LiveId" clId="{D35252FF-09FB-4A01-9F14-2E651086BE79}" dt="2026-03-27T18:32:31.291" v="2397" actId="1035"/>
          <ac:picMkLst>
            <pc:docMk/>
            <pc:sldMk cId="3419801990" sldId="330"/>
            <ac:picMk id="23" creationId="{63409A47-603E-9BDE-F1B0-331A033F1399}"/>
          </ac:picMkLst>
        </pc:picChg>
        <pc:picChg chg="add mod">
          <ac:chgData name="Alessandro Marchesano" userId="9839d344ee2d2222" providerId="LiveId" clId="{D35252FF-09FB-4A01-9F14-2E651086BE79}" dt="2026-03-27T18:32:31.291" v="2397" actId="1035"/>
          <ac:picMkLst>
            <pc:docMk/>
            <pc:sldMk cId="3419801990" sldId="330"/>
            <ac:picMk id="25" creationId="{5C96F47D-9961-C9FF-F41B-1A6FE0E5163D}"/>
          </ac:picMkLst>
        </pc:picChg>
      </pc:sldChg>
      <pc:sldChg chg="modSp add mod ord">
        <pc:chgData name="Alessandro Marchesano" userId="9839d344ee2d2222" providerId="LiveId" clId="{D35252FF-09FB-4A01-9F14-2E651086BE79}" dt="2026-03-27T18:32:17.885" v="2377" actId="14100"/>
        <pc:sldMkLst>
          <pc:docMk/>
          <pc:sldMk cId="1705354458" sldId="331"/>
        </pc:sldMkLst>
        <pc:spChg chg="mod">
          <ac:chgData name="Alessandro Marchesano" userId="9839d344ee2d2222" providerId="LiveId" clId="{D35252FF-09FB-4A01-9F14-2E651086BE79}" dt="2026-03-27T18:32:17.885" v="2377" actId="14100"/>
          <ac:spMkLst>
            <pc:docMk/>
            <pc:sldMk cId="1705354458" sldId="331"/>
            <ac:spMk id="2" creationId="{2388A316-01B0-292E-C1A9-2D4A342CB0B8}"/>
          </ac:spMkLst>
        </pc:spChg>
      </pc:sldChg>
      <pc:sldChg chg="addSp delSp modSp add mod">
        <pc:chgData name="Alessandro Marchesano" userId="9839d344ee2d2222" providerId="LiveId" clId="{D35252FF-09FB-4A01-9F14-2E651086BE79}" dt="2026-03-27T18:40:00.275" v="2544" actId="1076"/>
        <pc:sldMkLst>
          <pc:docMk/>
          <pc:sldMk cId="3469679327" sldId="332"/>
        </pc:sldMkLst>
        <pc:spChg chg="mod">
          <ac:chgData name="Alessandro Marchesano" userId="9839d344ee2d2222" providerId="LiveId" clId="{D35252FF-09FB-4A01-9F14-2E651086BE79}" dt="2026-03-27T18:38:38.467" v="2536" actId="20577"/>
          <ac:spMkLst>
            <pc:docMk/>
            <pc:sldMk cId="3469679327" sldId="332"/>
            <ac:spMk id="2" creationId="{55624B67-B14D-BE92-ECF5-FEF082D3B52A}"/>
          </ac:spMkLst>
        </pc:spChg>
        <pc:picChg chg="add mod">
          <ac:chgData name="Alessandro Marchesano" userId="9839d344ee2d2222" providerId="LiveId" clId="{D35252FF-09FB-4A01-9F14-2E651086BE79}" dt="2026-03-27T18:35:25.796" v="2411" actId="1076"/>
          <ac:picMkLst>
            <pc:docMk/>
            <pc:sldMk cId="3469679327" sldId="332"/>
            <ac:picMk id="4" creationId="{BE8ABB62-90E0-165E-74A8-16E42D52B69F}"/>
          </ac:picMkLst>
        </pc:picChg>
        <pc:picChg chg="add mod">
          <ac:chgData name="Alessandro Marchesano" userId="9839d344ee2d2222" providerId="LiveId" clId="{D35252FF-09FB-4A01-9F14-2E651086BE79}" dt="2026-03-27T18:40:00.275" v="2544" actId="1076"/>
          <ac:picMkLst>
            <pc:docMk/>
            <pc:sldMk cId="3469679327" sldId="332"/>
            <ac:picMk id="6" creationId="{7CCBE223-EA21-B1A6-2887-8FB34EE52ECB}"/>
          </ac:picMkLst>
        </pc:picChg>
      </pc:sldChg>
      <pc:sldChg chg="addSp delSp modSp add mod addAnim delAnim modAnim">
        <pc:chgData name="Alessandro Marchesano" userId="9839d344ee2d2222" providerId="LiveId" clId="{D35252FF-09FB-4A01-9F14-2E651086BE79}" dt="2026-04-01T18:50:16.623" v="8904"/>
        <pc:sldMkLst>
          <pc:docMk/>
          <pc:sldMk cId="3340873928" sldId="333"/>
        </pc:sldMkLst>
        <pc:spChg chg="mod">
          <ac:chgData name="Alessandro Marchesano" userId="9839d344ee2d2222" providerId="LiveId" clId="{D35252FF-09FB-4A01-9F14-2E651086BE79}" dt="2026-03-27T18:38:42.450" v="2540" actId="20577"/>
          <ac:spMkLst>
            <pc:docMk/>
            <pc:sldMk cId="3340873928" sldId="333"/>
            <ac:spMk id="2" creationId="{57BE1882-424A-0F9C-7A61-C5AB1A137E9C}"/>
          </ac:spMkLst>
        </pc:spChg>
        <pc:spChg chg="add mod">
          <ac:chgData name="Alessandro Marchesano" userId="9839d344ee2d2222" providerId="LiveId" clId="{D35252FF-09FB-4A01-9F14-2E651086BE79}" dt="2026-03-27T18:37:44.483" v="2454" actId="20577"/>
          <ac:spMkLst>
            <pc:docMk/>
            <pc:sldMk cId="3340873928" sldId="333"/>
            <ac:spMk id="10" creationId="{305C6F24-2B8D-DADB-0EBE-6A58F7800971}"/>
          </ac:spMkLst>
        </pc:spChg>
        <pc:spChg chg="add mod">
          <ac:chgData name="Alessandro Marchesano" userId="9839d344ee2d2222" providerId="LiveId" clId="{D35252FF-09FB-4A01-9F14-2E651086BE79}" dt="2026-03-27T18:37:55.718" v="2466" actId="20577"/>
          <ac:spMkLst>
            <pc:docMk/>
            <pc:sldMk cId="3340873928" sldId="333"/>
            <ac:spMk id="11" creationId="{E72D556B-58B9-4A3E-752A-FE5C7D0D4C74}"/>
          </ac:spMkLst>
        </pc:spChg>
        <pc:picChg chg="add mod">
          <ac:chgData name="Alessandro Marchesano" userId="9839d344ee2d2222" providerId="LiveId" clId="{D35252FF-09FB-4A01-9F14-2E651086BE79}" dt="2026-03-27T18:36:27.934" v="2418" actId="1076"/>
          <ac:picMkLst>
            <pc:docMk/>
            <pc:sldMk cId="3340873928" sldId="333"/>
            <ac:picMk id="5" creationId="{DAD3AC3E-38A7-A23A-99DA-2A3D2EE97116}"/>
          </ac:picMkLst>
        </pc:picChg>
        <pc:picChg chg="add mod">
          <ac:chgData name="Alessandro Marchesano" userId="9839d344ee2d2222" providerId="LiveId" clId="{D35252FF-09FB-4A01-9F14-2E651086BE79}" dt="2026-03-27T18:36:51.333" v="2422" actId="1076"/>
          <ac:picMkLst>
            <pc:docMk/>
            <pc:sldMk cId="3340873928" sldId="333"/>
            <ac:picMk id="7" creationId="{458BF179-F671-2FC7-D603-823304A8060E}"/>
          </ac:picMkLst>
        </pc:picChg>
        <pc:picChg chg="add mod">
          <ac:chgData name="Alessandro Marchesano" userId="9839d344ee2d2222" providerId="LiveId" clId="{D35252FF-09FB-4A01-9F14-2E651086BE79}" dt="2026-03-27T18:37:16.787" v="2427" actId="1076"/>
          <ac:picMkLst>
            <pc:docMk/>
            <pc:sldMk cId="3340873928" sldId="333"/>
            <ac:picMk id="9" creationId="{4DB1FC17-5268-71B3-FAAF-FCF58C690CE3}"/>
          </ac:picMkLst>
        </pc:picChg>
      </pc:sldChg>
      <pc:sldChg chg="addSp delSp modSp add mod modAnim">
        <pc:chgData name="Alessandro Marchesano" userId="9839d344ee2d2222" providerId="LiveId" clId="{D35252FF-09FB-4A01-9F14-2E651086BE79}" dt="2026-04-01T18:51:19.151" v="8905"/>
        <pc:sldMkLst>
          <pc:docMk/>
          <pc:sldMk cId="3049024919" sldId="334"/>
        </pc:sldMkLst>
        <pc:spChg chg="mod">
          <ac:chgData name="Alessandro Marchesano" userId="9839d344ee2d2222" providerId="LiveId" clId="{D35252FF-09FB-4A01-9F14-2E651086BE79}" dt="2026-03-27T18:42:25.724" v="2570" actId="20577"/>
          <ac:spMkLst>
            <pc:docMk/>
            <pc:sldMk cId="3049024919" sldId="334"/>
            <ac:spMk id="2" creationId="{C0D0FF87-6C9C-38A6-838E-D80E8B22A76B}"/>
          </ac:spMkLst>
        </pc:spChg>
        <pc:picChg chg="add mod">
          <ac:chgData name="Alessandro Marchesano" userId="9839d344ee2d2222" providerId="LiveId" clId="{D35252FF-09FB-4A01-9F14-2E651086BE79}" dt="2026-03-27T18:46:09.642" v="2581" actId="14100"/>
          <ac:picMkLst>
            <pc:docMk/>
            <pc:sldMk cId="3049024919" sldId="334"/>
            <ac:picMk id="4" creationId="{FBB4ECC2-EF4D-E44A-24C7-CB7F565FFFEF}"/>
          </ac:picMkLst>
        </pc:picChg>
        <pc:picChg chg="add mod">
          <ac:chgData name="Alessandro Marchesano" userId="9839d344ee2d2222" providerId="LiveId" clId="{D35252FF-09FB-4A01-9F14-2E651086BE79}" dt="2026-03-27T18:46:15.465" v="2584" actId="1076"/>
          <ac:picMkLst>
            <pc:docMk/>
            <pc:sldMk cId="3049024919" sldId="334"/>
            <ac:picMk id="8" creationId="{901DFAE5-3A63-3B11-AFE8-20538D5DEEB9}"/>
          </ac:picMkLst>
        </pc:picChg>
        <pc:picChg chg="add mod">
          <ac:chgData name="Alessandro Marchesano" userId="9839d344ee2d2222" providerId="LiveId" clId="{D35252FF-09FB-4A01-9F14-2E651086BE79}" dt="2026-03-27T18:46:52.187" v="2587" actId="14100"/>
          <ac:picMkLst>
            <pc:docMk/>
            <pc:sldMk cId="3049024919" sldId="334"/>
            <ac:picMk id="13" creationId="{699EBF23-8199-0C34-9512-695573770A0B}"/>
          </ac:picMkLst>
        </pc:picChg>
        <pc:picChg chg="add mod">
          <ac:chgData name="Alessandro Marchesano" userId="9839d344ee2d2222" providerId="LiveId" clId="{D35252FF-09FB-4A01-9F14-2E651086BE79}" dt="2026-03-27T18:47:15.311" v="2591" actId="1076"/>
          <ac:picMkLst>
            <pc:docMk/>
            <pc:sldMk cId="3049024919" sldId="334"/>
            <ac:picMk id="15" creationId="{DBFAD76E-647F-962E-B9E0-F6095BBD09A9}"/>
          </ac:picMkLst>
        </pc:picChg>
        <pc:picChg chg="add mod">
          <ac:chgData name="Alessandro Marchesano" userId="9839d344ee2d2222" providerId="LiveId" clId="{D35252FF-09FB-4A01-9F14-2E651086BE79}" dt="2026-03-27T18:47:39.191" v="2594" actId="1076"/>
          <ac:picMkLst>
            <pc:docMk/>
            <pc:sldMk cId="3049024919" sldId="334"/>
            <ac:picMk id="17" creationId="{D53C8B52-DA07-A106-4749-C7E93F8B1EED}"/>
          </ac:picMkLst>
        </pc:picChg>
      </pc:sldChg>
      <pc:sldChg chg="modSp new mod">
        <pc:chgData name="Alessandro Marchesano" userId="9839d344ee2d2222" providerId="LiveId" clId="{D35252FF-09FB-4A01-9F14-2E651086BE79}" dt="2026-03-27T18:58:01.417" v="3251" actId="113"/>
        <pc:sldMkLst>
          <pc:docMk/>
          <pc:sldMk cId="638664289" sldId="335"/>
        </pc:sldMkLst>
        <pc:spChg chg="mod">
          <ac:chgData name="Alessandro Marchesano" userId="9839d344ee2d2222" providerId="LiveId" clId="{D35252FF-09FB-4A01-9F14-2E651086BE79}" dt="2026-03-27T18:48:00.140" v="2622" actId="20577"/>
          <ac:spMkLst>
            <pc:docMk/>
            <pc:sldMk cId="638664289" sldId="335"/>
            <ac:spMk id="2" creationId="{2E58687B-67B6-0BE8-AFC6-7F9133A6F3C2}"/>
          </ac:spMkLst>
        </pc:spChg>
        <pc:spChg chg="mod">
          <ac:chgData name="Alessandro Marchesano" userId="9839d344ee2d2222" providerId="LiveId" clId="{D35252FF-09FB-4A01-9F14-2E651086BE79}" dt="2026-03-27T18:58:01.417" v="3251" actId="113"/>
          <ac:spMkLst>
            <pc:docMk/>
            <pc:sldMk cId="638664289" sldId="335"/>
            <ac:spMk id="3" creationId="{E7C4C02F-FB2D-6DA7-D5E1-1D9EA05046EE}"/>
          </ac:spMkLst>
        </pc:spChg>
      </pc:sldChg>
      <pc:sldChg chg="addSp modSp add mod ord">
        <pc:chgData name="Alessandro Marchesano" userId="9839d344ee2d2222" providerId="LiveId" clId="{D35252FF-09FB-4A01-9F14-2E651086BE79}" dt="2026-03-29T19:54:04.665" v="4436" actId="20577"/>
        <pc:sldMkLst>
          <pc:docMk/>
          <pc:sldMk cId="342137606" sldId="336"/>
        </pc:sldMkLst>
        <pc:spChg chg="mod">
          <ac:chgData name="Alessandro Marchesano" userId="9839d344ee2d2222" providerId="LiveId" clId="{D35252FF-09FB-4A01-9F14-2E651086BE79}" dt="2026-03-29T19:54:04.665" v="4436" actId="20577"/>
          <ac:spMkLst>
            <pc:docMk/>
            <pc:sldMk cId="342137606" sldId="336"/>
            <ac:spMk id="2" creationId="{106E7A9B-16F6-7EC0-9768-958D09CB4106}"/>
          </ac:spMkLst>
        </pc:spChg>
        <pc:spChg chg="mod">
          <ac:chgData name="Alessandro Marchesano" userId="9839d344ee2d2222" providerId="LiveId" clId="{D35252FF-09FB-4A01-9F14-2E651086BE79}" dt="2026-03-29T19:24:59.135" v="3773" actId="403"/>
          <ac:spMkLst>
            <pc:docMk/>
            <pc:sldMk cId="342137606" sldId="336"/>
            <ac:spMk id="3" creationId="{BD07A6D9-CB90-4DE0-B0BD-78B420B3F0E0}"/>
          </ac:spMkLst>
        </pc:spChg>
        <pc:spChg chg="mod">
          <ac:chgData name="Alessandro Marchesano" userId="9839d344ee2d2222" providerId="LiveId" clId="{D35252FF-09FB-4A01-9F14-2E651086BE79}" dt="2026-03-29T12:58:55.026" v="3527" actId="20577"/>
          <ac:spMkLst>
            <pc:docMk/>
            <pc:sldMk cId="342137606" sldId="336"/>
            <ac:spMk id="4" creationId="{9A8EEB12-A723-8C77-10AE-AA462FF3D0B0}"/>
          </ac:spMkLst>
        </pc:spChg>
        <pc:spChg chg="add mod">
          <ac:chgData name="Alessandro Marchesano" userId="9839d344ee2d2222" providerId="LiveId" clId="{D35252FF-09FB-4A01-9F14-2E651086BE79}" dt="2026-03-29T12:59:10.726" v="3531" actId="1076"/>
          <ac:spMkLst>
            <pc:docMk/>
            <pc:sldMk cId="342137606" sldId="336"/>
            <ac:spMk id="6" creationId="{2B8A9A90-4891-78EE-3126-5B900DB3DADC}"/>
          </ac:spMkLst>
        </pc:spChg>
      </pc:sldChg>
      <pc:sldChg chg="addSp delSp modSp add mod">
        <pc:chgData name="Alessandro Marchesano" userId="9839d344ee2d2222" providerId="LiveId" clId="{D35252FF-09FB-4A01-9F14-2E651086BE79}" dt="2026-03-31T10:19:43.446" v="5208" actId="20577"/>
        <pc:sldMkLst>
          <pc:docMk/>
          <pc:sldMk cId="336071143" sldId="337"/>
        </pc:sldMkLst>
        <pc:spChg chg="mod">
          <ac:chgData name="Alessandro Marchesano" userId="9839d344ee2d2222" providerId="LiveId" clId="{D35252FF-09FB-4A01-9F14-2E651086BE79}" dt="2026-03-31T08:42:09.079" v="4657" actId="20577"/>
          <ac:spMkLst>
            <pc:docMk/>
            <pc:sldMk cId="336071143" sldId="337"/>
            <ac:spMk id="2" creationId="{1176E27D-D2D3-CC5F-7DF5-ABE2B8B2601B}"/>
          </ac:spMkLst>
        </pc:spChg>
        <pc:spChg chg="mod">
          <ac:chgData name="Alessandro Marchesano" userId="9839d344ee2d2222" providerId="LiveId" clId="{D35252FF-09FB-4A01-9F14-2E651086BE79}" dt="2026-03-31T08:47:25.443" v="4716" actId="2711"/>
          <ac:spMkLst>
            <pc:docMk/>
            <pc:sldMk cId="336071143" sldId="337"/>
            <ac:spMk id="3" creationId="{D8E33DF2-CC44-5E41-058A-113791672F71}"/>
          </ac:spMkLst>
        </pc:spChg>
        <pc:spChg chg="add mod">
          <ac:chgData name="Alessandro Marchesano" userId="9839d344ee2d2222" providerId="LiveId" clId="{D35252FF-09FB-4A01-9F14-2E651086BE79}" dt="2026-03-31T08:46:39.705" v="4710" actId="1036"/>
          <ac:spMkLst>
            <pc:docMk/>
            <pc:sldMk cId="336071143" sldId="337"/>
            <ac:spMk id="4" creationId="{C869B71A-BDAC-1FAE-2648-CDF17D3712AF}"/>
          </ac:spMkLst>
        </pc:spChg>
        <pc:spChg chg="add mod">
          <ac:chgData name="Alessandro Marchesano" userId="9839d344ee2d2222" providerId="LiveId" clId="{D35252FF-09FB-4A01-9F14-2E651086BE79}" dt="2026-03-31T10:19:43.446" v="5208" actId="20577"/>
          <ac:spMkLst>
            <pc:docMk/>
            <pc:sldMk cId="336071143" sldId="337"/>
            <ac:spMk id="6" creationId="{FA6AD607-81F3-1417-1512-5D572CD99062}"/>
          </ac:spMkLst>
        </pc:spChg>
      </pc:sldChg>
      <pc:sldChg chg="addSp delSp modSp add mod">
        <pc:chgData name="Alessandro Marchesano" userId="9839d344ee2d2222" providerId="LiveId" clId="{D35252FF-09FB-4A01-9F14-2E651086BE79}" dt="2026-03-31T12:54:00.452" v="6166" actId="20577"/>
        <pc:sldMkLst>
          <pc:docMk/>
          <pc:sldMk cId="3106362865" sldId="338"/>
        </pc:sldMkLst>
        <pc:spChg chg="mod">
          <ac:chgData name="Alessandro Marchesano" userId="9839d344ee2d2222" providerId="LiveId" clId="{D35252FF-09FB-4A01-9F14-2E651086BE79}" dt="2026-03-31T08:54:18.602" v="4817" actId="5793"/>
          <ac:spMkLst>
            <pc:docMk/>
            <pc:sldMk cId="3106362865" sldId="338"/>
            <ac:spMk id="2" creationId="{5339D444-668E-08E9-0367-1E8C31F16D14}"/>
          </ac:spMkLst>
        </pc:spChg>
        <pc:spChg chg="mod">
          <ac:chgData name="Alessandro Marchesano" userId="9839d344ee2d2222" providerId="LiveId" clId="{D35252FF-09FB-4A01-9F14-2E651086BE79}" dt="2026-03-31T09:22:12.800" v="4948" actId="255"/>
          <ac:spMkLst>
            <pc:docMk/>
            <pc:sldMk cId="3106362865" sldId="338"/>
            <ac:spMk id="3" creationId="{D779C0BD-23B1-7192-2F70-E294DD1FEE7D}"/>
          </ac:spMkLst>
        </pc:spChg>
        <pc:spChg chg="add mod">
          <ac:chgData name="Alessandro Marchesano" userId="9839d344ee2d2222" providerId="LiveId" clId="{D35252FF-09FB-4A01-9F14-2E651086BE79}" dt="2026-03-31T12:54:00.452" v="6166" actId="20577"/>
          <ac:spMkLst>
            <pc:docMk/>
            <pc:sldMk cId="3106362865" sldId="338"/>
            <ac:spMk id="5" creationId="{F64BD041-26D8-B3B9-7DC6-6152FA1EBC50}"/>
          </ac:spMkLst>
        </pc:spChg>
      </pc:sldChg>
      <pc:sldChg chg="modSp new mod">
        <pc:chgData name="Alessandro Marchesano" userId="9839d344ee2d2222" providerId="LiveId" clId="{D35252FF-09FB-4A01-9F14-2E651086BE79}" dt="2026-03-31T12:34:05.234" v="5543" actId="20577"/>
        <pc:sldMkLst>
          <pc:docMk/>
          <pc:sldMk cId="2699209313" sldId="339"/>
        </pc:sldMkLst>
        <pc:spChg chg="mod">
          <ac:chgData name="Alessandro Marchesano" userId="9839d344ee2d2222" providerId="LiveId" clId="{D35252FF-09FB-4A01-9F14-2E651086BE79}" dt="2026-03-31T12:31:14.193" v="5502" actId="14100"/>
          <ac:spMkLst>
            <pc:docMk/>
            <pc:sldMk cId="2699209313" sldId="339"/>
            <ac:spMk id="2" creationId="{4ECE7640-BEA5-1F53-82DF-20C2526C0643}"/>
          </ac:spMkLst>
        </pc:spChg>
        <pc:spChg chg="mod">
          <ac:chgData name="Alessandro Marchesano" userId="9839d344ee2d2222" providerId="LiveId" clId="{D35252FF-09FB-4A01-9F14-2E651086BE79}" dt="2026-03-31T12:34:05.234" v="5543" actId="20577"/>
          <ac:spMkLst>
            <pc:docMk/>
            <pc:sldMk cId="2699209313" sldId="339"/>
            <ac:spMk id="3" creationId="{006445A2-0881-EB7F-F583-A01C69CDADDA}"/>
          </ac:spMkLst>
        </pc:spChg>
      </pc:sldChg>
      <pc:sldChg chg="modSp add mod">
        <pc:chgData name="Alessandro Marchesano" userId="9839d344ee2d2222" providerId="LiveId" clId="{D35252FF-09FB-4A01-9F14-2E651086BE79}" dt="2026-03-31T12:35:04.795" v="5565" actId="20577"/>
        <pc:sldMkLst>
          <pc:docMk/>
          <pc:sldMk cId="4037818461" sldId="340"/>
        </pc:sldMkLst>
        <pc:spChg chg="mod">
          <ac:chgData name="Alessandro Marchesano" userId="9839d344ee2d2222" providerId="LiveId" clId="{D35252FF-09FB-4A01-9F14-2E651086BE79}" dt="2026-03-31T12:32:25.626" v="5523" actId="14100"/>
          <ac:spMkLst>
            <pc:docMk/>
            <pc:sldMk cId="4037818461" sldId="340"/>
            <ac:spMk id="2" creationId="{4911CBAB-DBC0-B078-0C9B-D6478133ED84}"/>
          </ac:spMkLst>
        </pc:spChg>
        <pc:spChg chg="mod">
          <ac:chgData name="Alessandro Marchesano" userId="9839d344ee2d2222" providerId="LiveId" clId="{D35252FF-09FB-4A01-9F14-2E651086BE79}" dt="2026-03-31T12:35:04.795" v="5565" actId="20577"/>
          <ac:spMkLst>
            <pc:docMk/>
            <pc:sldMk cId="4037818461" sldId="340"/>
            <ac:spMk id="3" creationId="{0A81F21A-D381-5AE8-1374-DA87A580898B}"/>
          </ac:spMkLst>
        </pc:spChg>
      </pc:sldChg>
      <pc:sldChg chg="addSp modSp new mod">
        <pc:chgData name="Alessandro Marchesano" userId="9839d344ee2d2222" providerId="LiveId" clId="{D35252FF-09FB-4A01-9F14-2E651086BE79}" dt="2026-03-31T12:38:46.548" v="5654" actId="5793"/>
        <pc:sldMkLst>
          <pc:docMk/>
          <pc:sldMk cId="2814169439" sldId="341"/>
        </pc:sldMkLst>
        <pc:spChg chg="mod">
          <ac:chgData name="Alessandro Marchesano" userId="9839d344ee2d2222" providerId="LiveId" clId="{D35252FF-09FB-4A01-9F14-2E651086BE79}" dt="2026-03-31T12:36:50.377" v="5616" actId="20577"/>
          <ac:spMkLst>
            <pc:docMk/>
            <pc:sldMk cId="2814169439" sldId="341"/>
            <ac:spMk id="2" creationId="{C8F4090B-8A75-7242-7898-9CE8C0DFB421}"/>
          </ac:spMkLst>
        </pc:spChg>
        <pc:spChg chg="mod">
          <ac:chgData name="Alessandro Marchesano" userId="9839d344ee2d2222" providerId="LiveId" clId="{D35252FF-09FB-4A01-9F14-2E651086BE79}" dt="2026-03-31T12:38:46.548" v="5654" actId="5793"/>
          <ac:spMkLst>
            <pc:docMk/>
            <pc:sldMk cId="2814169439" sldId="341"/>
            <ac:spMk id="3" creationId="{10E54DA9-D837-E7A2-66C3-3EF20316EA8E}"/>
          </ac:spMkLst>
        </pc:spChg>
        <pc:picChg chg="add mod">
          <ac:chgData name="Alessandro Marchesano" userId="9839d344ee2d2222" providerId="LiveId" clId="{D35252FF-09FB-4A01-9F14-2E651086BE79}" dt="2026-03-31T12:38:06.030" v="5652" actId="1076"/>
          <ac:picMkLst>
            <pc:docMk/>
            <pc:sldMk cId="2814169439" sldId="341"/>
            <ac:picMk id="2050" creationId="{C5CC22B2-5B9A-766A-723D-687A6440B4DA}"/>
          </ac:picMkLst>
        </pc:picChg>
      </pc:sldChg>
      <pc:sldChg chg="addSp modSp new mod">
        <pc:chgData name="Alessandro Marchesano" userId="9839d344ee2d2222" providerId="LiveId" clId="{D35252FF-09FB-4A01-9F14-2E651086BE79}" dt="2026-03-31T12:43:44.970" v="5920" actId="20577"/>
        <pc:sldMkLst>
          <pc:docMk/>
          <pc:sldMk cId="1728126848" sldId="342"/>
        </pc:sldMkLst>
        <pc:spChg chg="mod">
          <ac:chgData name="Alessandro Marchesano" userId="9839d344ee2d2222" providerId="LiveId" clId="{D35252FF-09FB-4A01-9F14-2E651086BE79}" dt="2026-03-31T12:41:59.885" v="5782" actId="20577"/>
          <ac:spMkLst>
            <pc:docMk/>
            <pc:sldMk cId="1728126848" sldId="342"/>
            <ac:spMk id="2" creationId="{788DD61D-B5B2-F9AA-C1D0-12C3241E2CCA}"/>
          </ac:spMkLst>
        </pc:spChg>
        <pc:spChg chg="mod">
          <ac:chgData name="Alessandro Marchesano" userId="9839d344ee2d2222" providerId="LiveId" clId="{D35252FF-09FB-4A01-9F14-2E651086BE79}" dt="2026-03-31T12:42:03.542" v="5783" actId="14100"/>
          <ac:spMkLst>
            <pc:docMk/>
            <pc:sldMk cId="1728126848" sldId="342"/>
            <ac:spMk id="3" creationId="{E86B674D-A12C-CF46-0C29-467F47C9DD4E}"/>
          </ac:spMkLst>
        </pc:spChg>
        <pc:spChg chg="add mod">
          <ac:chgData name="Alessandro Marchesano" userId="9839d344ee2d2222" providerId="LiveId" clId="{D35252FF-09FB-4A01-9F14-2E651086BE79}" dt="2026-03-31T12:43:44.970" v="5920" actId="20577"/>
          <ac:spMkLst>
            <pc:docMk/>
            <pc:sldMk cId="1728126848" sldId="342"/>
            <ac:spMk id="4" creationId="{48D8E2B5-B42D-AC80-4AE5-D41151297B03}"/>
          </ac:spMkLst>
        </pc:spChg>
      </pc:sldChg>
      <pc:sldChg chg="modSp new mod">
        <pc:chgData name="Alessandro Marchesano" userId="9839d344ee2d2222" providerId="LiveId" clId="{D35252FF-09FB-4A01-9F14-2E651086BE79}" dt="2026-03-31T12:45:59.152" v="5957" actId="122"/>
        <pc:sldMkLst>
          <pc:docMk/>
          <pc:sldMk cId="2567532126" sldId="343"/>
        </pc:sldMkLst>
        <pc:spChg chg="mod">
          <ac:chgData name="Alessandro Marchesano" userId="9839d344ee2d2222" providerId="LiveId" clId="{D35252FF-09FB-4A01-9F14-2E651086BE79}" dt="2026-03-31T12:45:18.039" v="5947" actId="20577"/>
          <ac:spMkLst>
            <pc:docMk/>
            <pc:sldMk cId="2567532126" sldId="343"/>
            <ac:spMk id="2" creationId="{4F5FFA88-820E-F9B1-9EFC-CDC5E018FBC5}"/>
          </ac:spMkLst>
        </pc:spChg>
        <pc:spChg chg="mod">
          <ac:chgData name="Alessandro Marchesano" userId="9839d344ee2d2222" providerId="LiveId" clId="{D35252FF-09FB-4A01-9F14-2E651086BE79}" dt="2026-03-31T12:45:59.152" v="5957" actId="122"/>
          <ac:spMkLst>
            <pc:docMk/>
            <pc:sldMk cId="2567532126" sldId="343"/>
            <ac:spMk id="3" creationId="{00C0A42D-48D3-7FE2-234C-363BA6E032EA}"/>
          </ac:spMkLst>
        </pc:spChg>
      </pc:sldChg>
      <pc:sldChg chg="modSp new mod">
        <pc:chgData name="Alessandro Marchesano" userId="9839d344ee2d2222" providerId="LiveId" clId="{D35252FF-09FB-4A01-9F14-2E651086BE79}" dt="2026-03-31T12:48:19.449" v="6043" actId="20577"/>
        <pc:sldMkLst>
          <pc:docMk/>
          <pc:sldMk cId="212456166" sldId="344"/>
        </pc:sldMkLst>
        <pc:spChg chg="mod">
          <ac:chgData name="Alessandro Marchesano" userId="9839d344ee2d2222" providerId="LiveId" clId="{D35252FF-09FB-4A01-9F14-2E651086BE79}" dt="2026-03-31T12:46:25.345" v="5979" actId="20577"/>
          <ac:spMkLst>
            <pc:docMk/>
            <pc:sldMk cId="212456166" sldId="344"/>
            <ac:spMk id="2" creationId="{BC692C94-D7A9-2027-8955-95647DCFCF29}"/>
          </ac:spMkLst>
        </pc:spChg>
        <pc:spChg chg="mod">
          <ac:chgData name="Alessandro Marchesano" userId="9839d344ee2d2222" providerId="LiveId" clId="{D35252FF-09FB-4A01-9F14-2E651086BE79}" dt="2026-03-31T12:48:19.449" v="6043" actId="20577"/>
          <ac:spMkLst>
            <pc:docMk/>
            <pc:sldMk cId="212456166" sldId="344"/>
            <ac:spMk id="3" creationId="{38404B3E-FF46-AAA1-E3F3-8C220406D089}"/>
          </ac:spMkLst>
        </pc:spChg>
      </pc:sldChg>
      <pc:sldChg chg="addSp delSp modSp new mod">
        <pc:chgData name="Alessandro Marchesano" userId="9839d344ee2d2222" providerId="LiveId" clId="{D35252FF-09FB-4A01-9F14-2E651086BE79}" dt="2026-04-01T11:45:48.703" v="6339" actId="20577"/>
        <pc:sldMkLst>
          <pc:docMk/>
          <pc:sldMk cId="2527716838" sldId="345"/>
        </pc:sldMkLst>
        <pc:spChg chg="mod">
          <ac:chgData name="Alessandro Marchesano" userId="9839d344ee2d2222" providerId="LiveId" clId="{D35252FF-09FB-4A01-9F14-2E651086BE79}" dt="2026-04-01T11:45:48.703" v="6339" actId="20577"/>
          <ac:spMkLst>
            <pc:docMk/>
            <pc:sldMk cId="2527716838" sldId="345"/>
            <ac:spMk id="2" creationId="{7C384064-5904-77C1-B9B4-F5CC25E93E4C}"/>
          </ac:spMkLst>
        </pc:spChg>
        <pc:spChg chg="add mod">
          <ac:chgData name="Alessandro Marchesano" userId="9839d344ee2d2222" providerId="LiveId" clId="{D35252FF-09FB-4A01-9F14-2E651086BE79}" dt="2026-04-01T11:45:25.211" v="6326" actId="20577"/>
          <ac:spMkLst>
            <pc:docMk/>
            <pc:sldMk cId="2527716838" sldId="345"/>
            <ac:spMk id="12" creationId="{F7BAC487-1C49-449F-EA27-EB200AF050A0}"/>
          </ac:spMkLst>
        </pc:spChg>
        <pc:picChg chg="add mod">
          <ac:chgData name="Alessandro Marchesano" userId="9839d344ee2d2222" providerId="LiveId" clId="{D35252FF-09FB-4A01-9F14-2E651086BE79}" dt="2026-04-01T11:42:30.672" v="6230" actId="1076"/>
          <ac:picMkLst>
            <pc:docMk/>
            <pc:sldMk cId="2527716838" sldId="345"/>
            <ac:picMk id="9" creationId="{2B39A530-68DF-B9D0-F18C-A935B6E25A7B}"/>
          </ac:picMkLst>
        </pc:picChg>
        <pc:picChg chg="add mod">
          <ac:chgData name="Alessandro Marchesano" userId="9839d344ee2d2222" providerId="LiveId" clId="{D35252FF-09FB-4A01-9F14-2E651086BE79}" dt="2026-04-01T11:42:27.185" v="6229" actId="1076"/>
          <ac:picMkLst>
            <pc:docMk/>
            <pc:sldMk cId="2527716838" sldId="345"/>
            <ac:picMk id="11" creationId="{C5134A62-9D6A-F239-BAB0-8A5EE2907319}"/>
          </ac:picMkLst>
        </pc:picChg>
      </pc:sldChg>
      <pc:sldChg chg="addSp delSp modSp add mod">
        <pc:chgData name="Alessandro Marchesano" userId="9839d344ee2d2222" providerId="LiveId" clId="{D35252FF-09FB-4A01-9F14-2E651086BE79}" dt="2026-04-01T11:52:49.774" v="6382" actId="1076"/>
        <pc:sldMkLst>
          <pc:docMk/>
          <pc:sldMk cId="1802027407" sldId="346"/>
        </pc:sldMkLst>
        <pc:spChg chg="mod">
          <ac:chgData name="Alessandro Marchesano" userId="9839d344ee2d2222" providerId="LiveId" clId="{D35252FF-09FB-4A01-9F14-2E651086BE79}" dt="2026-04-01T11:45:44.363" v="6334" actId="20577"/>
          <ac:spMkLst>
            <pc:docMk/>
            <pc:sldMk cId="1802027407" sldId="346"/>
            <ac:spMk id="2" creationId="{F004A332-2C20-DD82-0781-69D3774B1CF0}"/>
          </ac:spMkLst>
        </pc:spChg>
        <pc:picChg chg="add mod">
          <ac:chgData name="Alessandro Marchesano" userId="9839d344ee2d2222" providerId="LiveId" clId="{D35252FF-09FB-4A01-9F14-2E651086BE79}" dt="2026-04-01T11:52:49.774" v="6382" actId="1076"/>
          <ac:picMkLst>
            <pc:docMk/>
            <pc:sldMk cId="1802027407" sldId="346"/>
            <ac:picMk id="4" creationId="{13B61051-EBDE-6D5D-143F-C8CB0ECF83EA}"/>
          </ac:picMkLst>
        </pc:picChg>
      </pc:sldChg>
      <pc:sldChg chg="addSp delSp modSp add mod">
        <pc:chgData name="Alessandro Marchesano" userId="9839d344ee2d2222" providerId="LiveId" clId="{D35252FF-09FB-4A01-9F14-2E651086BE79}" dt="2026-04-01T11:55:58.873" v="6404" actId="114"/>
        <pc:sldMkLst>
          <pc:docMk/>
          <pc:sldMk cId="156658684" sldId="347"/>
        </pc:sldMkLst>
        <pc:spChg chg="mod">
          <ac:chgData name="Alessandro Marchesano" userId="9839d344ee2d2222" providerId="LiveId" clId="{D35252FF-09FB-4A01-9F14-2E651086BE79}" dt="2026-04-01T11:54:30.347" v="6385" actId="20577"/>
          <ac:spMkLst>
            <pc:docMk/>
            <pc:sldMk cId="156658684" sldId="347"/>
            <ac:spMk id="2" creationId="{B3298AD6-C5A6-71D1-508E-5B4EFF39F9D7}"/>
          </ac:spMkLst>
        </pc:spChg>
        <pc:spChg chg="add mod">
          <ac:chgData name="Alessandro Marchesano" userId="9839d344ee2d2222" providerId="LiveId" clId="{D35252FF-09FB-4A01-9F14-2E651086BE79}" dt="2026-04-01T11:55:58.873" v="6404" actId="114"/>
          <ac:spMkLst>
            <pc:docMk/>
            <pc:sldMk cId="156658684" sldId="347"/>
            <ac:spMk id="3" creationId="{DD59419E-CEC2-565F-B4F2-25B7C0C13311}"/>
          </ac:spMkLst>
        </pc:spChg>
      </pc:sldChg>
      <pc:sldChg chg="addSp delSp modSp new mod">
        <pc:chgData name="Alessandro Marchesano" userId="9839d344ee2d2222" providerId="LiveId" clId="{D35252FF-09FB-4A01-9F14-2E651086BE79}" dt="2026-04-01T12:16:53.920" v="6445" actId="20577"/>
        <pc:sldMkLst>
          <pc:docMk/>
          <pc:sldMk cId="3567642002" sldId="348"/>
        </pc:sldMkLst>
        <pc:spChg chg="mod">
          <ac:chgData name="Alessandro Marchesano" userId="9839d344ee2d2222" providerId="LiveId" clId="{D35252FF-09FB-4A01-9F14-2E651086BE79}" dt="2026-04-01T12:07:45.238" v="6431" actId="20577"/>
          <ac:spMkLst>
            <pc:docMk/>
            <pc:sldMk cId="3567642002" sldId="348"/>
            <ac:spMk id="2" creationId="{524BA167-E33E-2BBB-CAD8-448FEA8B8023}"/>
          </ac:spMkLst>
        </pc:spChg>
        <pc:spChg chg="add mod">
          <ac:chgData name="Alessandro Marchesano" userId="9839d344ee2d2222" providerId="LiveId" clId="{D35252FF-09FB-4A01-9F14-2E651086BE79}" dt="2026-04-01T12:16:53.920" v="6445" actId="20577"/>
          <ac:spMkLst>
            <pc:docMk/>
            <pc:sldMk cId="3567642002" sldId="348"/>
            <ac:spMk id="7" creationId="{3A490FFC-97ED-5F39-B15F-700883A25E0D}"/>
          </ac:spMkLst>
        </pc:spChg>
        <pc:picChg chg="add mod">
          <ac:chgData name="Alessandro Marchesano" userId="9839d344ee2d2222" providerId="LiveId" clId="{D35252FF-09FB-4A01-9F14-2E651086BE79}" dt="2026-04-01T12:10:06.966" v="6440" actId="1036"/>
          <ac:picMkLst>
            <pc:docMk/>
            <pc:sldMk cId="3567642002" sldId="348"/>
            <ac:picMk id="6" creationId="{456CCD8A-760C-C056-B092-596F64901A54}"/>
          </ac:picMkLst>
        </pc:picChg>
      </pc:sldChg>
      <pc:sldChg chg="addSp modSp new mod">
        <pc:chgData name="Alessandro Marchesano" userId="9839d344ee2d2222" providerId="LiveId" clId="{D35252FF-09FB-4A01-9F14-2E651086BE79}" dt="2026-04-01T12:19:00.561" v="6495" actId="1076"/>
        <pc:sldMkLst>
          <pc:docMk/>
          <pc:sldMk cId="2470122280" sldId="349"/>
        </pc:sldMkLst>
        <pc:spChg chg="mod">
          <ac:chgData name="Alessandro Marchesano" userId="9839d344ee2d2222" providerId="LiveId" clId="{D35252FF-09FB-4A01-9F14-2E651086BE79}" dt="2026-04-01T12:17:09.843" v="6482" actId="20577"/>
          <ac:spMkLst>
            <pc:docMk/>
            <pc:sldMk cId="2470122280" sldId="349"/>
            <ac:spMk id="2" creationId="{835D4BE5-7FA7-C736-195D-582760AA826F}"/>
          </ac:spMkLst>
        </pc:spChg>
        <pc:spChg chg="mod">
          <ac:chgData name="Alessandro Marchesano" userId="9839d344ee2d2222" providerId="LiveId" clId="{D35252FF-09FB-4A01-9F14-2E651086BE79}" dt="2026-04-01T12:18:29.706" v="6492" actId="20577"/>
          <ac:spMkLst>
            <pc:docMk/>
            <pc:sldMk cId="2470122280" sldId="349"/>
            <ac:spMk id="3" creationId="{CC68C48D-84B6-6E53-3436-8F9CD20EB51F}"/>
          </ac:spMkLst>
        </pc:spChg>
        <pc:picChg chg="add mod">
          <ac:chgData name="Alessandro Marchesano" userId="9839d344ee2d2222" providerId="LiveId" clId="{D35252FF-09FB-4A01-9F14-2E651086BE79}" dt="2026-04-01T12:19:00.561" v="6495" actId="1076"/>
          <ac:picMkLst>
            <pc:docMk/>
            <pc:sldMk cId="2470122280" sldId="349"/>
            <ac:picMk id="5" creationId="{43CCB6F1-5EFF-C7C4-AB0C-F0F3C9492E51}"/>
          </ac:picMkLst>
        </pc:picChg>
      </pc:sldChg>
      <pc:sldChg chg="modSp new mod">
        <pc:chgData name="Alessandro Marchesano" userId="9839d344ee2d2222" providerId="LiveId" clId="{D35252FF-09FB-4A01-9F14-2E651086BE79}" dt="2026-04-01T12:51:03.004" v="6823" actId="108"/>
        <pc:sldMkLst>
          <pc:docMk/>
          <pc:sldMk cId="3553097844" sldId="350"/>
        </pc:sldMkLst>
        <pc:spChg chg="mod">
          <ac:chgData name="Alessandro Marchesano" userId="9839d344ee2d2222" providerId="LiveId" clId="{D35252FF-09FB-4A01-9F14-2E651086BE79}" dt="2026-04-01T12:36:56.369" v="6548" actId="20577"/>
          <ac:spMkLst>
            <pc:docMk/>
            <pc:sldMk cId="3553097844" sldId="350"/>
            <ac:spMk id="2" creationId="{10F10968-A7CA-58EA-5C78-CCB6FF4A5935}"/>
          </ac:spMkLst>
        </pc:spChg>
        <pc:spChg chg="mod">
          <ac:chgData name="Alessandro Marchesano" userId="9839d344ee2d2222" providerId="LiveId" clId="{D35252FF-09FB-4A01-9F14-2E651086BE79}" dt="2026-04-01T12:51:03.004" v="6823" actId="108"/>
          <ac:spMkLst>
            <pc:docMk/>
            <pc:sldMk cId="3553097844" sldId="350"/>
            <ac:spMk id="3" creationId="{0F36F721-F482-A60B-0B06-A7227ECFA0C8}"/>
          </ac:spMkLst>
        </pc:spChg>
      </pc:sldChg>
      <pc:sldChg chg="addSp modSp new mod">
        <pc:chgData name="Alessandro Marchesano" userId="9839d344ee2d2222" providerId="LiveId" clId="{D35252FF-09FB-4A01-9F14-2E651086BE79}" dt="2026-04-01T13:47:41.790" v="6867" actId="1076"/>
        <pc:sldMkLst>
          <pc:docMk/>
          <pc:sldMk cId="1239783323" sldId="351"/>
        </pc:sldMkLst>
        <pc:spChg chg="mod">
          <ac:chgData name="Alessandro Marchesano" userId="9839d344ee2d2222" providerId="LiveId" clId="{D35252FF-09FB-4A01-9F14-2E651086BE79}" dt="2026-04-01T13:44:58.851" v="6852" actId="20577"/>
          <ac:spMkLst>
            <pc:docMk/>
            <pc:sldMk cId="1239783323" sldId="351"/>
            <ac:spMk id="2" creationId="{CF1F78C1-D5A4-EFB4-4C00-FFD63CAF503C}"/>
          </ac:spMkLst>
        </pc:spChg>
        <pc:spChg chg="mod">
          <ac:chgData name="Alessandro Marchesano" userId="9839d344ee2d2222" providerId="LiveId" clId="{D35252FF-09FB-4A01-9F14-2E651086BE79}" dt="2026-04-01T13:47:31.368" v="6863" actId="403"/>
          <ac:spMkLst>
            <pc:docMk/>
            <pc:sldMk cId="1239783323" sldId="351"/>
            <ac:spMk id="3" creationId="{965328AD-E0AA-1FF3-6D5D-C5730A97A9C7}"/>
          </ac:spMkLst>
        </pc:spChg>
        <pc:picChg chg="add mod">
          <ac:chgData name="Alessandro Marchesano" userId="9839d344ee2d2222" providerId="LiveId" clId="{D35252FF-09FB-4A01-9F14-2E651086BE79}" dt="2026-04-01T13:47:41.790" v="6867" actId="1076"/>
          <ac:picMkLst>
            <pc:docMk/>
            <pc:sldMk cId="1239783323" sldId="351"/>
            <ac:picMk id="3074" creationId="{8A851E9F-6ABC-F90F-6ADE-FDF58C4D7AF7}"/>
          </ac:picMkLst>
        </pc:picChg>
      </pc:sldChg>
      <pc:sldChg chg="addSp delSp modSp new mod">
        <pc:chgData name="Alessandro Marchesano" userId="9839d344ee2d2222" providerId="LiveId" clId="{D35252FF-09FB-4A01-9F14-2E651086BE79}" dt="2026-04-01T13:49:42.484" v="6881" actId="1076"/>
        <pc:sldMkLst>
          <pc:docMk/>
          <pc:sldMk cId="2826162687" sldId="352"/>
        </pc:sldMkLst>
        <pc:picChg chg="add mod">
          <ac:chgData name="Alessandro Marchesano" userId="9839d344ee2d2222" providerId="LiveId" clId="{D35252FF-09FB-4A01-9F14-2E651086BE79}" dt="2026-04-01T13:48:11.894" v="6872" actId="1076"/>
          <ac:picMkLst>
            <pc:docMk/>
            <pc:sldMk cId="2826162687" sldId="352"/>
            <ac:picMk id="4098" creationId="{B960A5DD-394F-983E-C865-30AFB3B76BB8}"/>
          </ac:picMkLst>
        </pc:picChg>
        <pc:picChg chg="add mod">
          <ac:chgData name="Alessandro Marchesano" userId="9839d344ee2d2222" providerId="LiveId" clId="{D35252FF-09FB-4A01-9F14-2E651086BE79}" dt="2026-04-01T13:49:42.484" v="6881" actId="1076"/>
          <ac:picMkLst>
            <pc:docMk/>
            <pc:sldMk cId="2826162687" sldId="352"/>
            <ac:picMk id="4100" creationId="{F6667553-5802-6C98-1D5F-BD38189B34BD}"/>
          </ac:picMkLst>
        </pc:picChg>
      </pc:sldChg>
      <pc:sldChg chg="addSp delSp new mod">
        <pc:chgData name="Alessandro Marchesano" userId="9839d344ee2d2222" providerId="LiveId" clId="{D35252FF-09FB-4A01-9F14-2E651086BE79}" dt="2026-04-01T13:50:18.268" v="6885"/>
        <pc:sldMkLst>
          <pc:docMk/>
          <pc:sldMk cId="229532338" sldId="353"/>
        </pc:sldMkLst>
        <pc:picChg chg="add">
          <ac:chgData name="Alessandro Marchesano" userId="9839d344ee2d2222" providerId="LiveId" clId="{D35252FF-09FB-4A01-9F14-2E651086BE79}" dt="2026-04-01T13:50:18.268" v="6885"/>
          <ac:picMkLst>
            <pc:docMk/>
            <pc:sldMk cId="229532338" sldId="353"/>
            <ac:picMk id="5122" creationId="{83E45FB3-9706-F938-69CC-6351D84B0012}"/>
          </ac:picMkLst>
        </pc:picChg>
      </pc:sldChg>
      <pc:sldChg chg="addSp modSp new mod">
        <pc:chgData name="Alessandro Marchesano" userId="9839d344ee2d2222" providerId="LiveId" clId="{D35252FF-09FB-4A01-9F14-2E651086BE79}" dt="2026-04-01T14:09:17.239" v="7389" actId="1076"/>
        <pc:sldMkLst>
          <pc:docMk/>
          <pc:sldMk cId="839303198" sldId="354"/>
        </pc:sldMkLst>
        <pc:spChg chg="mod">
          <ac:chgData name="Alessandro Marchesano" userId="9839d344ee2d2222" providerId="LiveId" clId="{D35252FF-09FB-4A01-9F14-2E651086BE79}" dt="2026-04-01T14:01:32.213" v="7306" actId="20577"/>
          <ac:spMkLst>
            <pc:docMk/>
            <pc:sldMk cId="839303198" sldId="354"/>
            <ac:spMk id="2" creationId="{4381B60F-DC3C-FD71-44CA-B374A1BDD6DD}"/>
          </ac:spMkLst>
        </pc:spChg>
        <pc:spChg chg="mod">
          <ac:chgData name="Alessandro Marchesano" userId="9839d344ee2d2222" providerId="LiveId" clId="{D35252FF-09FB-4A01-9F14-2E651086BE79}" dt="2026-04-01T14:07:08.850" v="7385" actId="20577"/>
          <ac:spMkLst>
            <pc:docMk/>
            <pc:sldMk cId="839303198" sldId="354"/>
            <ac:spMk id="3" creationId="{EF5BBC70-E3E7-0F9B-198C-1F2AAD905E52}"/>
          </ac:spMkLst>
        </pc:spChg>
        <pc:picChg chg="add mod">
          <ac:chgData name="Alessandro Marchesano" userId="9839d344ee2d2222" providerId="LiveId" clId="{D35252FF-09FB-4A01-9F14-2E651086BE79}" dt="2026-04-01T14:09:17.239" v="7389" actId="1076"/>
          <ac:picMkLst>
            <pc:docMk/>
            <pc:sldMk cId="839303198" sldId="354"/>
            <ac:picMk id="6146" creationId="{109B3973-90E3-069F-5F3A-053DF98F0116}"/>
          </ac:picMkLst>
        </pc:picChg>
      </pc:sldChg>
      <pc:sldChg chg="addSp modSp new mod">
        <pc:chgData name="Alessandro Marchesano" userId="9839d344ee2d2222" providerId="LiveId" clId="{D35252FF-09FB-4A01-9F14-2E651086BE79}" dt="2026-04-01T17:05:44.104" v="7775" actId="1076"/>
        <pc:sldMkLst>
          <pc:docMk/>
          <pc:sldMk cId="83840173" sldId="355"/>
        </pc:sldMkLst>
        <pc:spChg chg="mod">
          <ac:chgData name="Alessandro Marchesano" userId="9839d344ee2d2222" providerId="LiveId" clId="{D35252FF-09FB-4A01-9F14-2E651086BE79}" dt="2026-04-01T14:12:02.375" v="7421" actId="20577"/>
          <ac:spMkLst>
            <pc:docMk/>
            <pc:sldMk cId="83840173" sldId="355"/>
            <ac:spMk id="2" creationId="{369820A0-69AB-4FFA-B01D-C41295335312}"/>
          </ac:spMkLst>
        </pc:spChg>
        <pc:spChg chg="mod">
          <ac:chgData name="Alessandro Marchesano" userId="9839d344ee2d2222" providerId="LiveId" clId="{D35252FF-09FB-4A01-9F14-2E651086BE79}" dt="2026-04-01T17:04:25.141" v="7728" actId="113"/>
          <ac:spMkLst>
            <pc:docMk/>
            <pc:sldMk cId="83840173" sldId="355"/>
            <ac:spMk id="3" creationId="{B90612DE-EF56-AE84-1FCB-663F14E40A78}"/>
          </ac:spMkLst>
        </pc:spChg>
        <pc:spChg chg="add mod">
          <ac:chgData name="Alessandro Marchesano" userId="9839d344ee2d2222" providerId="LiveId" clId="{D35252FF-09FB-4A01-9F14-2E651086BE79}" dt="2026-04-01T17:05:44.104" v="7775" actId="1076"/>
          <ac:spMkLst>
            <pc:docMk/>
            <pc:sldMk cId="83840173" sldId="355"/>
            <ac:spMk id="4" creationId="{04021057-8FD0-E63A-73B1-DD39608334E6}"/>
          </ac:spMkLst>
        </pc:spChg>
      </pc:sldChg>
      <pc:sldChg chg="addSp modSp add mod">
        <pc:chgData name="Alessandro Marchesano" userId="9839d344ee2d2222" providerId="LiveId" clId="{D35252FF-09FB-4A01-9F14-2E651086BE79}" dt="2026-04-01T17:19:52.388" v="8154" actId="20577"/>
        <pc:sldMkLst>
          <pc:docMk/>
          <pc:sldMk cId="413738909" sldId="356"/>
        </pc:sldMkLst>
        <pc:spChg chg="mod">
          <ac:chgData name="Alessandro Marchesano" userId="9839d344ee2d2222" providerId="LiveId" clId="{D35252FF-09FB-4A01-9F14-2E651086BE79}" dt="2026-04-01T17:19:52.388" v="8154" actId="20577"/>
          <ac:spMkLst>
            <pc:docMk/>
            <pc:sldMk cId="413738909" sldId="356"/>
            <ac:spMk id="2" creationId="{FA30EFC4-F1FD-36EB-A91D-56F19C03FC70}"/>
          </ac:spMkLst>
        </pc:spChg>
        <pc:spChg chg="mod">
          <ac:chgData name="Alessandro Marchesano" userId="9839d344ee2d2222" providerId="LiveId" clId="{D35252FF-09FB-4A01-9F14-2E651086BE79}" dt="2026-04-01T17:19:38.583" v="8150" actId="207"/>
          <ac:spMkLst>
            <pc:docMk/>
            <pc:sldMk cId="413738909" sldId="356"/>
            <ac:spMk id="3" creationId="{2495ADAA-6024-2C2E-F39E-72CDBF39A950}"/>
          </ac:spMkLst>
        </pc:spChg>
        <pc:picChg chg="add mod">
          <ac:chgData name="Alessandro Marchesano" userId="9839d344ee2d2222" providerId="LiveId" clId="{D35252FF-09FB-4A01-9F14-2E651086BE79}" dt="2026-04-01T17:07:24.558" v="7778" actId="1076"/>
          <ac:picMkLst>
            <pc:docMk/>
            <pc:sldMk cId="413738909" sldId="356"/>
            <ac:picMk id="7170" creationId="{218BAD07-5997-29E1-35C8-DC23B7594CD5}"/>
          </ac:picMkLst>
        </pc:picChg>
      </pc:sldChg>
      <pc:sldChg chg="addSp modSp add mod">
        <pc:chgData name="Alessandro Marchesano" userId="9839d344ee2d2222" providerId="LiveId" clId="{D35252FF-09FB-4A01-9F14-2E651086BE79}" dt="2026-04-08T17:01:46.675" v="9166" actId="207"/>
        <pc:sldMkLst>
          <pc:docMk/>
          <pc:sldMk cId="3185861210" sldId="357"/>
        </pc:sldMkLst>
        <pc:spChg chg="mod">
          <ac:chgData name="Alessandro Marchesano" userId="9839d344ee2d2222" providerId="LiveId" clId="{D35252FF-09FB-4A01-9F14-2E651086BE79}" dt="2026-04-01T17:19:58.272" v="8158" actId="20577"/>
          <ac:spMkLst>
            <pc:docMk/>
            <pc:sldMk cId="3185861210" sldId="357"/>
            <ac:spMk id="2" creationId="{C791DF14-1DCD-16EF-7464-005DDBEC24BB}"/>
          </ac:spMkLst>
        </pc:spChg>
        <pc:spChg chg="mod">
          <ac:chgData name="Alessandro Marchesano" userId="9839d344ee2d2222" providerId="LiveId" clId="{D35252FF-09FB-4A01-9F14-2E651086BE79}" dt="2026-04-08T17:01:46.675" v="9166" actId="207"/>
          <ac:spMkLst>
            <pc:docMk/>
            <pc:sldMk cId="3185861210" sldId="357"/>
            <ac:spMk id="3" creationId="{BBB9266C-6C8E-C12F-B5FB-5BE16E331417}"/>
          </ac:spMkLst>
        </pc:spChg>
        <pc:picChg chg="add mod">
          <ac:chgData name="Alessandro Marchesano" userId="9839d344ee2d2222" providerId="LiveId" clId="{D35252FF-09FB-4A01-9F14-2E651086BE79}" dt="2026-04-01T17:20:23.803" v="8162" actId="1076"/>
          <ac:picMkLst>
            <pc:docMk/>
            <pc:sldMk cId="3185861210" sldId="357"/>
            <ac:picMk id="8194" creationId="{8B354AEC-E5C2-4633-6FC1-1103EF46CC39}"/>
          </ac:picMkLst>
        </pc:picChg>
      </pc:sldChg>
      <pc:sldChg chg="addSp modSp add mod">
        <pc:chgData name="Alessandro Marchesano" userId="9839d344ee2d2222" providerId="LiveId" clId="{D35252FF-09FB-4A01-9F14-2E651086BE79}" dt="2026-04-01T17:32:05.093" v="8312"/>
        <pc:sldMkLst>
          <pc:docMk/>
          <pc:sldMk cId="3885641398" sldId="358"/>
        </pc:sldMkLst>
        <pc:spChg chg="mod">
          <ac:chgData name="Alessandro Marchesano" userId="9839d344ee2d2222" providerId="LiveId" clId="{D35252FF-09FB-4A01-9F14-2E651086BE79}" dt="2026-04-01T14:12:48.553" v="7481" actId="20577"/>
          <ac:spMkLst>
            <pc:docMk/>
            <pc:sldMk cId="3885641398" sldId="358"/>
            <ac:spMk id="2" creationId="{6D6F415C-7CD8-5FAF-E788-E4023F3E0CC4}"/>
          </ac:spMkLst>
        </pc:spChg>
        <pc:spChg chg="mod">
          <ac:chgData name="Alessandro Marchesano" userId="9839d344ee2d2222" providerId="LiveId" clId="{D35252FF-09FB-4A01-9F14-2E651086BE79}" dt="2026-04-01T17:32:05.093" v="8312"/>
          <ac:spMkLst>
            <pc:docMk/>
            <pc:sldMk cId="3885641398" sldId="358"/>
            <ac:spMk id="3" creationId="{F91DB977-E003-136B-2AFC-1CE7CB87B633}"/>
          </ac:spMkLst>
        </pc:spChg>
        <pc:picChg chg="add mod">
          <ac:chgData name="Alessandro Marchesano" userId="9839d344ee2d2222" providerId="LiveId" clId="{D35252FF-09FB-4A01-9F14-2E651086BE79}" dt="2026-04-01T17:28:32.033" v="8276" actId="1076"/>
          <ac:picMkLst>
            <pc:docMk/>
            <pc:sldMk cId="3885641398" sldId="358"/>
            <ac:picMk id="9218" creationId="{3A2BA9E0-A500-7BC2-C50F-001FF37CCB10}"/>
          </ac:picMkLst>
        </pc:picChg>
      </pc:sldChg>
      <pc:sldChg chg="addSp delSp modSp add mod">
        <pc:chgData name="Alessandro Marchesano" userId="9839d344ee2d2222" providerId="LiveId" clId="{D35252FF-09FB-4A01-9F14-2E651086BE79}" dt="2026-04-01T18:05:16.305" v="8593" actId="1076"/>
        <pc:sldMkLst>
          <pc:docMk/>
          <pc:sldMk cId="1628964252" sldId="359"/>
        </pc:sldMkLst>
        <pc:spChg chg="mod">
          <ac:chgData name="Alessandro Marchesano" userId="9839d344ee2d2222" providerId="LiveId" clId="{D35252FF-09FB-4A01-9F14-2E651086BE79}" dt="2026-04-01T14:13:02.227" v="7491" actId="20577"/>
          <ac:spMkLst>
            <pc:docMk/>
            <pc:sldMk cId="1628964252" sldId="359"/>
            <ac:spMk id="2" creationId="{84587336-6948-906B-69CE-8105971CCF00}"/>
          </ac:spMkLst>
        </pc:spChg>
        <pc:picChg chg="add mod">
          <ac:chgData name="Alessandro Marchesano" userId="9839d344ee2d2222" providerId="LiveId" clId="{D35252FF-09FB-4A01-9F14-2E651086BE79}" dt="2026-04-01T18:05:16.305" v="8593" actId="1076"/>
          <ac:picMkLst>
            <pc:docMk/>
            <pc:sldMk cId="1628964252" sldId="359"/>
            <ac:picMk id="5" creationId="{1A80045D-5A7D-C6D2-9229-8733C3FC8A4C}"/>
          </ac:picMkLst>
        </pc:picChg>
        <pc:picChg chg="add mod">
          <ac:chgData name="Alessandro Marchesano" userId="9839d344ee2d2222" providerId="LiveId" clId="{D35252FF-09FB-4A01-9F14-2E651086BE79}" dt="2026-04-01T18:04:36.941" v="8587" actId="14100"/>
          <ac:picMkLst>
            <pc:docMk/>
            <pc:sldMk cId="1628964252" sldId="359"/>
            <ac:picMk id="7" creationId="{B82AF679-272A-2016-6008-74BB7F82F651}"/>
          </ac:picMkLst>
        </pc:picChg>
        <pc:picChg chg="add mod">
          <ac:chgData name="Alessandro Marchesano" userId="9839d344ee2d2222" providerId="LiveId" clId="{D35252FF-09FB-4A01-9F14-2E651086BE79}" dt="2026-04-01T18:05:02.777" v="8590" actId="14100"/>
          <ac:picMkLst>
            <pc:docMk/>
            <pc:sldMk cId="1628964252" sldId="359"/>
            <ac:picMk id="9" creationId="{5A5CC758-D960-ED5E-DC9E-A1C906AC7364}"/>
          </ac:picMkLst>
        </pc:picChg>
      </pc:sldChg>
      <pc:sldChg chg="addSp modSp add mod ord">
        <pc:chgData name="Alessandro Marchesano" userId="9839d344ee2d2222" providerId="LiveId" clId="{D35252FF-09FB-4A01-9F14-2E651086BE79}" dt="2026-04-01T17:43:26.793" v="8490" actId="20577"/>
        <pc:sldMkLst>
          <pc:docMk/>
          <pc:sldMk cId="41259507" sldId="360"/>
        </pc:sldMkLst>
        <pc:spChg chg="mod">
          <ac:chgData name="Alessandro Marchesano" userId="9839d344ee2d2222" providerId="LiveId" clId="{D35252FF-09FB-4A01-9F14-2E651086BE79}" dt="2026-04-01T14:14:24.116" v="7530" actId="20577"/>
          <ac:spMkLst>
            <pc:docMk/>
            <pc:sldMk cId="41259507" sldId="360"/>
            <ac:spMk id="2" creationId="{AA386CC1-F770-1004-A9DC-EBBB1A1399C4}"/>
          </ac:spMkLst>
        </pc:spChg>
        <pc:spChg chg="mod">
          <ac:chgData name="Alessandro Marchesano" userId="9839d344ee2d2222" providerId="LiveId" clId="{D35252FF-09FB-4A01-9F14-2E651086BE79}" dt="2026-04-01T17:43:26.793" v="8490" actId="20577"/>
          <ac:spMkLst>
            <pc:docMk/>
            <pc:sldMk cId="41259507" sldId="360"/>
            <ac:spMk id="3" creationId="{1AAF0BF1-7BD6-6B4B-5AAE-0BE94F8024D0}"/>
          </ac:spMkLst>
        </pc:spChg>
      </pc:sldChg>
      <pc:sldChg chg="modSp add mod">
        <pc:chgData name="Alessandro Marchesano" userId="9839d344ee2d2222" providerId="LiveId" clId="{D35252FF-09FB-4A01-9F14-2E651086BE79}" dt="2026-04-01T17:49:50.274" v="8581"/>
        <pc:sldMkLst>
          <pc:docMk/>
          <pc:sldMk cId="2370519747" sldId="361"/>
        </pc:sldMkLst>
        <pc:spChg chg="mod">
          <ac:chgData name="Alessandro Marchesano" userId="9839d344ee2d2222" providerId="LiveId" clId="{D35252FF-09FB-4A01-9F14-2E651086BE79}" dt="2026-04-01T17:45:19.279" v="8538" actId="20577"/>
          <ac:spMkLst>
            <pc:docMk/>
            <pc:sldMk cId="2370519747" sldId="361"/>
            <ac:spMk id="2" creationId="{2B18F46F-853A-5395-85C8-46BCD36C283A}"/>
          </ac:spMkLst>
        </pc:spChg>
        <pc:spChg chg="mod">
          <ac:chgData name="Alessandro Marchesano" userId="9839d344ee2d2222" providerId="LiveId" clId="{D35252FF-09FB-4A01-9F14-2E651086BE79}" dt="2026-04-01T17:49:50.274" v="8581"/>
          <ac:spMkLst>
            <pc:docMk/>
            <pc:sldMk cId="2370519747" sldId="361"/>
            <ac:spMk id="3" creationId="{1F9E8088-74FE-5DA5-C304-962E016C4819}"/>
          </ac:spMkLst>
        </pc:spChg>
      </pc:sldChg>
      <pc:sldChg chg="addSp modSp new mod">
        <pc:chgData name="Alessandro Marchesano" userId="9839d344ee2d2222" providerId="LiveId" clId="{D35252FF-09FB-4A01-9F14-2E651086BE79}" dt="2026-04-01T18:41:07.037" v="8827" actId="108"/>
        <pc:sldMkLst>
          <pc:docMk/>
          <pc:sldMk cId="2983675021" sldId="362"/>
        </pc:sldMkLst>
        <pc:spChg chg="mod">
          <ac:chgData name="Alessandro Marchesano" userId="9839d344ee2d2222" providerId="LiveId" clId="{D35252FF-09FB-4A01-9F14-2E651086BE79}" dt="2026-04-01T18:36:27.850" v="8603" actId="20577"/>
          <ac:spMkLst>
            <pc:docMk/>
            <pc:sldMk cId="2983675021" sldId="362"/>
            <ac:spMk id="2" creationId="{738694C0-36F4-8AA4-F592-B063768E964B}"/>
          </ac:spMkLst>
        </pc:spChg>
        <pc:spChg chg="mod">
          <ac:chgData name="Alessandro Marchesano" userId="9839d344ee2d2222" providerId="LiveId" clId="{D35252FF-09FB-4A01-9F14-2E651086BE79}" dt="2026-04-01T18:41:07.037" v="8827" actId="108"/>
          <ac:spMkLst>
            <pc:docMk/>
            <pc:sldMk cId="2983675021" sldId="362"/>
            <ac:spMk id="3" creationId="{BC5957D3-D5C7-E63A-A16D-58F41F620281}"/>
          </ac:spMkLst>
        </pc:spChg>
        <pc:picChg chg="add mod">
          <ac:chgData name="Alessandro Marchesano" userId="9839d344ee2d2222" providerId="LiveId" clId="{D35252FF-09FB-4A01-9F14-2E651086BE79}" dt="2026-04-01T18:37:05.997" v="8622" actId="1076"/>
          <ac:picMkLst>
            <pc:docMk/>
            <pc:sldMk cId="2983675021" sldId="362"/>
            <ac:picMk id="11266" creationId="{6EE3F3DB-1B6D-3A73-2234-97729C76BCEE}"/>
          </ac:picMkLst>
        </pc:picChg>
      </pc:sldChg>
      <pc:sldChg chg="delSp modSp new mod modShow">
        <pc:chgData name="Alessandro Marchesano" userId="9839d344ee2d2222" providerId="LiveId" clId="{D35252FF-09FB-4A01-9F14-2E651086BE79}" dt="2026-04-07T12:11:52.874" v="8953" actId="20577"/>
        <pc:sldMkLst>
          <pc:docMk/>
          <pc:sldMk cId="2604168913" sldId="363"/>
        </pc:sldMkLst>
        <pc:spChg chg="del">
          <ac:chgData name="Alessandro Marchesano" userId="9839d344ee2d2222" providerId="LiveId" clId="{D35252FF-09FB-4A01-9F14-2E651086BE79}" dt="2026-04-07T12:06:56.182" v="8907" actId="478"/>
          <ac:spMkLst>
            <pc:docMk/>
            <pc:sldMk cId="2604168913" sldId="363"/>
            <ac:spMk id="2" creationId="{1EF95AF7-1DD8-0CE9-FEF0-AD4489276979}"/>
          </ac:spMkLst>
        </pc:spChg>
        <pc:spChg chg="mod">
          <ac:chgData name="Alessandro Marchesano" userId="9839d344ee2d2222" providerId="LiveId" clId="{D35252FF-09FB-4A01-9F14-2E651086BE79}" dt="2026-04-07T12:11:52.874" v="8953" actId="20577"/>
          <ac:spMkLst>
            <pc:docMk/>
            <pc:sldMk cId="2604168913" sldId="363"/>
            <ac:spMk id="3" creationId="{F14FA482-72DC-7F50-06AE-AEAF2D04F12D}"/>
          </ac:spMkLst>
        </pc:spChg>
      </pc:sldChg>
      <pc:sldChg chg="addSp delSp modSp new mod">
        <pc:chgData name="Alessandro Marchesano" userId="9839d344ee2d2222" providerId="LiveId" clId="{D35252FF-09FB-4A01-9F14-2E651086BE79}" dt="2026-04-08T19:16:08.809" v="10097" actId="1076"/>
        <pc:sldMkLst>
          <pc:docMk/>
          <pc:sldMk cId="4082468443" sldId="364"/>
        </pc:sldMkLst>
        <pc:spChg chg="mod">
          <ac:chgData name="Alessandro Marchesano" userId="9839d344ee2d2222" providerId="LiveId" clId="{D35252FF-09FB-4A01-9F14-2E651086BE79}" dt="2026-04-08T17:32:42.999" v="9240" actId="20577"/>
          <ac:spMkLst>
            <pc:docMk/>
            <pc:sldMk cId="4082468443" sldId="364"/>
            <ac:spMk id="2" creationId="{17426FCA-D80D-837A-A53A-2258E913047E}"/>
          </ac:spMkLst>
        </pc:spChg>
        <pc:spChg chg="mod">
          <ac:chgData name="Alessandro Marchesano" userId="9839d344ee2d2222" providerId="LiveId" clId="{D35252FF-09FB-4A01-9F14-2E651086BE79}" dt="2026-04-08T19:15:48.075" v="10091" actId="20577"/>
          <ac:spMkLst>
            <pc:docMk/>
            <pc:sldMk cId="4082468443" sldId="364"/>
            <ac:spMk id="3" creationId="{C9D10E01-0B1F-AD2E-304A-A6CD65A82151}"/>
          </ac:spMkLst>
        </pc:spChg>
        <pc:spChg chg="add del mod">
          <ac:chgData name="Alessandro Marchesano" userId="9839d344ee2d2222" providerId="LiveId" clId="{D35252FF-09FB-4A01-9F14-2E651086BE79}" dt="2026-04-08T17:45:54.269" v="9542" actId="478"/>
          <ac:spMkLst>
            <pc:docMk/>
            <pc:sldMk cId="4082468443" sldId="364"/>
            <ac:spMk id="6" creationId="{643EF504-D147-FE73-9377-800F1FA2375D}"/>
          </ac:spMkLst>
        </pc:spChg>
        <pc:spChg chg="add del mod">
          <ac:chgData name="Alessandro Marchesano" userId="9839d344ee2d2222" providerId="LiveId" clId="{D35252FF-09FB-4A01-9F14-2E651086BE79}" dt="2026-04-08T17:45:55.641" v="9543" actId="478"/>
          <ac:spMkLst>
            <pc:docMk/>
            <pc:sldMk cId="4082468443" sldId="364"/>
            <ac:spMk id="7" creationId="{E2FEC5EE-B6AE-C134-EC20-3E19262487C0}"/>
          </ac:spMkLst>
        </pc:spChg>
        <pc:spChg chg="add del mod">
          <ac:chgData name="Alessandro Marchesano" userId="9839d344ee2d2222" providerId="LiveId" clId="{D35252FF-09FB-4A01-9F14-2E651086BE79}" dt="2026-04-08T17:36:51.762" v="9369" actId="478"/>
          <ac:spMkLst>
            <pc:docMk/>
            <pc:sldMk cId="4082468443" sldId="364"/>
            <ac:spMk id="8" creationId="{8F4D88BF-6E15-ECDC-728C-A3A7ED03EBEA}"/>
          </ac:spMkLst>
        </pc:spChg>
        <pc:picChg chg="add del mod modCrop">
          <ac:chgData name="Alessandro Marchesano" userId="9839d344ee2d2222" providerId="LiveId" clId="{D35252FF-09FB-4A01-9F14-2E651086BE79}" dt="2026-04-08T17:45:52.344" v="9540" actId="478"/>
          <ac:picMkLst>
            <pc:docMk/>
            <pc:sldMk cId="4082468443" sldId="364"/>
            <ac:picMk id="5" creationId="{C6509AA1-1F72-EA3A-3AD3-A9406520A8D1}"/>
          </ac:picMkLst>
        </pc:picChg>
        <pc:picChg chg="add mod">
          <ac:chgData name="Alessandro Marchesano" userId="9839d344ee2d2222" providerId="LiveId" clId="{D35252FF-09FB-4A01-9F14-2E651086BE79}" dt="2026-04-08T19:16:08.809" v="10097" actId="1076"/>
          <ac:picMkLst>
            <pc:docMk/>
            <pc:sldMk cId="4082468443" sldId="364"/>
            <ac:picMk id="9" creationId="{885A74E4-3634-9EE7-7432-083933CBEE08}"/>
          </ac:picMkLst>
        </pc:picChg>
        <pc:picChg chg="add del mod">
          <ac:chgData name="Alessandro Marchesano" userId="9839d344ee2d2222" providerId="LiveId" clId="{D35252FF-09FB-4A01-9F14-2E651086BE79}" dt="2026-04-08T17:45:52.784" v="9541" actId="478"/>
          <ac:picMkLst>
            <pc:docMk/>
            <pc:sldMk cId="4082468443" sldId="364"/>
            <ac:picMk id="1026" creationId="{EA85FF3E-E43C-D067-C932-9110791E544E}"/>
          </ac:picMkLst>
        </pc:picChg>
      </pc:sldChg>
      <pc:sldChg chg="addSp delSp modSp add mod">
        <pc:chgData name="Alessandro Marchesano" userId="9839d344ee2d2222" providerId="LiveId" clId="{D35252FF-09FB-4A01-9F14-2E651086BE79}" dt="2026-04-08T19:29:46.289" v="10492" actId="20577"/>
        <pc:sldMkLst>
          <pc:docMk/>
          <pc:sldMk cId="153594373" sldId="365"/>
        </pc:sldMkLst>
        <pc:spChg chg="mod">
          <ac:chgData name="Alessandro Marchesano" userId="9839d344ee2d2222" providerId="LiveId" clId="{D35252FF-09FB-4A01-9F14-2E651086BE79}" dt="2026-04-08T17:49:15.457" v="9859" actId="20577"/>
          <ac:spMkLst>
            <pc:docMk/>
            <pc:sldMk cId="153594373" sldId="365"/>
            <ac:spMk id="2" creationId="{23C4FE5F-4CC9-13A7-01A7-D192E2BFE9E3}"/>
          </ac:spMkLst>
        </pc:spChg>
        <pc:spChg chg="del mod">
          <ac:chgData name="Alessandro Marchesano" userId="9839d344ee2d2222" providerId="LiveId" clId="{D35252FF-09FB-4A01-9F14-2E651086BE79}" dt="2026-04-08T17:49:20.705" v="9861" actId="478"/>
          <ac:spMkLst>
            <pc:docMk/>
            <pc:sldMk cId="153594373" sldId="365"/>
            <ac:spMk id="3" creationId="{7247799E-FDF7-0274-DAE6-DF30A48240FC}"/>
          </ac:spMkLst>
        </pc:spChg>
        <pc:spChg chg="add del mod">
          <ac:chgData name="Alessandro Marchesano" userId="9839d344ee2d2222" providerId="LiveId" clId="{D35252FF-09FB-4A01-9F14-2E651086BE79}" dt="2026-04-08T17:49:29.472" v="9862" actId="478"/>
          <ac:spMkLst>
            <pc:docMk/>
            <pc:sldMk cId="153594373" sldId="365"/>
            <ac:spMk id="5" creationId="{13073C32-E262-CD90-53BC-624BD304F523}"/>
          </ac:spMkLst>
        </pc:spChg>
        <pc:spChg chg="add mod">
          <ac:chgData name="Alessandro Marchesano" userId="9839d344ee2d2222" providerId="LiveId" clId="{D35252FF-09FB-4A01-9F14-2E651086BE79}" dt="2026-04-08T19:19:08.934" v="10144" actId="20577"/>
          <ac:spMkLst>
            <pc:docMk/>
            <pc:sldMk cId="153594373" sldId="365"/>
            <ac:spMk id="8" creationId="{896D2DD2-945D-27FF-E0CE-71B15A495980}"/>
          </ac:spMkLst>
        </pc:spChg>
        <pc:spChg chg="add">
          <ac:chgData name="Alessandro Marchesano" userId="9839d344ee2d2222" providerId="LiveId" clId="{D35252FF-09FB-4A01-9F14-2E651086BE79}" dt="2026-04-08T17:50:53.762" v="9872"/>
          <ac:spMkLst>
            <pc:docMk/>
            <pc:sldMk cId="153594373" sldId="365"/>
            <ac:spMk id="9" creationId="{27C10D19-F5C6-A419-FBEF-D929D4192110}"/>
          </ac:spMkLst>
        </pc:spChg>
        <pc:spChg chg="add">
          <ac:chgData name="Alessandro Marchesano" userId="9839d344ee2d2222" providerId="LiveId" clId="{D35252FF-09FB-4A01-9F14-2E651086BE79}" dt="2026-04-08T17:50:53.762" v="9872"/>
          <ac:spMkLst>
            <pc:docMk/>
            <pc:sldMk cId="153594373" sldId="365"/>
            <ac:spMk id="10" creationId="{89AADC4B-3AF8-4FE1-A2E0-C259DEF54D9C}"/>
          </ac:spMkLst>
        </pc:spChg>
        <pc:spChg chg="add">
          <ac:chgData name="Alessandro Marchesano" userId="9839d344ee2d2222" providerId="LiveId" clId="{D35252FF-09FB-4A01-9F14-2E651086BE79}" dt="2026-04-08T17:50:53.762" v="9872"/>
          <ac:spMkLst>
            <pc:docMk/>
            <pc:sldMk cId="153594373" sldId="365"/>
            <ac:spMk id="11" creationId="{A99B3E68-D907-5B0E-1174-E8B16CBE9D38}"/>
          </ac:spMkLst>
        </pc:spChg>
        <pc:spChg chg="add">
          <ac:chgData name="Alessandro Marchesano" userId="9839d344ee2d2222" providerId="LiveId" clId="{D35252FF-09FB-4A01-9F14-2E651086BE79}" dt="2026-04-08T17:50:56.783" v="9873"/>
          <ac:spMkLst>
            <pc:docMk/>
            <pc:sldMk cId="153594373" sldId="365"/>
            <ac:spMk id="12" creationId="{9F71224E-9095-A9D4-8CB7-29BCC0559B1E}"/>
          </ac:spMkLst>
        </pc:spChg>
        <pc:spChg chg="add">
          <ac:chgData name="Alessandro Marchesano" userId="9839d344ee2d2222" providerId="LiveId" clId="{D35252FF-09FB-4A01-9F14-2E651086BE79}" dt="2026-04-08T17:50:56.783" v="9873"/>
          <ac:spMkLst>
            <pc:docMk/>
            <pc:sldMk cId="153594373" sldId="365"/>
            <ac:spMk id="13" creationId="{5F035B0D-C94E-0C63-0AFC-DD3911AB8C75}"/>
          </ac:spMkLst>
        </pc:spChg>
        <pc:spChg chg="add">
          <ac:chgData name="Alessandro Marchesano" userId="9839d344ee2d2222" providerId="LiveId" clId="{D35252FF-09FB-4A01-9F14-2E651086BE79}" dt="2026-04-08T17:50:56.783" v="9873"/>
          <ac:spMkLst>
            <pc:docMk/>
            <pc:sldMk cId="153594373" sldId="365"/>
            <ac:spMk id="14" creationId="{9FBA1CB0-CBA9-3C33-073F-4EE1545FBF72}"/>
          </ac:spMkLst>
        </pc:spChg>
        <pc:spChg chg="add mod">
          <ac:chgData name="Alessandro Marchesano" userId="9839d344ee2d2222" providerId="LiveId" clId="{D35252FF-09FB-4A01-9F14-2E651086BE79}" dt="2026-04-08T19:19:14.072" v="10145" actId="1076"/>
          <ac:spMkLst>
            <pc:docMk/>
            <pc:sldMk cId="153594373" sldId="365"/>
            <ac:spMk id="15" creationId="{865731EC-1BA9-0732-57F2-BD5EB585C2BD}"/>
          </ac:spMkLst>
        </pc:spChg>
        <pc:spChg chg="add mod">
          <ac:chgData name="Alessandro Marchesano" userId="9839d344ee2d2222" providerId="LiveId" clId="{D35252FF-09FB-4A01-9F14-2E651086BE79}" dt="2026-04-08T19:29:46.289" v="10492" actId="20577"/>
          <ac:spMkLst>
            <pc:docMk/>
            <pc:sldMk cId="153594373" sldId="365"/>
            <ac:spMk id="16" creationId="{02380824-86CF-EFBF-81D6-E51771D39111}"/>
          </ac:spMkLst>
        </pc:spChg>
        <pc:picChg chg="add mod">
          <ac:chgData name="Alessandro Marchesano" userId="9839d344ee2d2222" providerId="LiveId" clId="{D35252FF-09FB-4A01-9F14-2E651086BE79}" dt="2026-04-08T17:52:08.623" v="9891" actId="1076"/>
          <ac:picMkLst>
            <pc:docMk/>
            <pc:sldMk cId="153594373" sldId="365"/>
            <ac:picMk id="7" creationId="{1E54A00A-E40A-F4C9-7663-BB874485C117}"/>
          </ac:picMkLst>
        </pc:picChg>
        <pc:picChg chg="add mod">
          <ac:chgData name="Alessandro Marchesano" userId="9839d344ee2d2222" providerId="LiveId" clId="{D35252FF-09FB-4A01-9F14-2E651086BE79}" dt="2026-04-08T17:52:05.542" v="9890" actId="1076"/>
          <ac:picMkLst>
            <pc:docMk/>
            <pc:sldMk cId="153594373" sldId="365"/>
            <ac:picMk id="4098" creationId="{4D59DB3F-325D-7165-341E-2FBF6B5FCC89}"/>
          </ac:picMkLst>
        </pc:picChg>
      </pc:sldChg>
      <pc:sldChg chg="add del">
        <pc:chgData name="Alessandro Marchesano" userId="9839d344ee2d2222" providerId="LiveId" clId="{D35252FF-09FB-4A01-9F14-2E651086BE79}" dt="2026-04-08T17:37:38.525" v="9376" actId="2696"/>
        <pc:sldMkLst>
          <pc:docMk/>
          <pc:sldMk cId="335029820" sldId="365"/>
        </pc:sldMkLst>
      </pc:sldChg>
      <pc:sldChg chg="addSp delSp modSp add del mod">
        <pc:chgData name="Alessandro Marchesano" userId="9839d344ee2d2222" providerId="LiveId" clId="{D35252FF-09FB-4A01-9F14-2E651086BE79}" dt="2026-04-08T17:45:48.703" v="9539" actId="2696"/>
        <pc:sldMkLst>
          <pc:docMk/>
          <pc:sldMk cId="2004642216" sldId="365"/>
        </pc:sldMkLst>
        <pc:spChg chg="mod">
          <ac:chgData name="Alessandro Marchesano" userId="9839d344ee2d2222" providerId="LiveId" clId="{D35252FF-09FB-4A01-9F14-2E651086BE79}" dt="2026-04-08T17:37:43.138" v="9379" actId="20577"/>
          <ac:spMkLst>
            <pc:docMk/>
            <pc:sldMk cId="2004642216" sldId="365"/>
            <ac:spMk id="2" creationId="{22291F7D-8ACE-DC9F-555D-A871561B7239}"/>
          </ac:spMkLst>
        </pc:spChg>
        <pc:spChg chg="mod">
          <ac:chgData name="Alessandro Marchesano" userId="9839d344ee2d2222" providerId="LiveId" clId="{D35252FF-09FB-4A01-9F14-2E651086BE79}" dt="2026-04-08T17:39:30.369" v="9412" actId="20577"/>
          <ac:spMkLst>
            <pc:docMk/>
            <pc:sldMk cId="2004642216" sldId="365"/>
            <ac:spMk id="3" creationId="{96CB9386-DD2F-9F69-9124-3B61F347AB5D}"/>
          </ac:spMkLst>
        </pc:spChg>
        <pc:spChg chg="del">
          <ac:chgData name="Alessandro Marchesano" userId="9839d344ee2d2222" providerId="LiveId" clId="{D35252FF-09FB-4A01-9F14-2E651086BE79}" dt="2026-04-08T17:37:45.202" v="9380" actId="478"/>
          <ac:spMkLst>
            <pc:docMk/>
            <pc:sldMk cId="2004642216" sldId="365"/>
            <ac:spMk id="6" creationId="{0FDD7496-088D-7F25-AFF8-FF732DAA03D2}"/>
          </ac:spMkLst>
        </pc:spChg>
        <pc:spChg chg="del">
          <ac:chgData name="Alessandro Marchesano" userId="9839d344ee2d2222" providerId="LiveId" clId="{D35252FF-09FB-4A01-9F14-2E651086BE79}" dt="2026-04-08T17:37:46.675" v="9381" actId="478"/>
          <ac:spMkLst>
            <pc:docMk/>
            <pc:sldMk cId="2004642216" sldId="365"/>
            <ac:spMk id="7" creationId="{FD64E002-AFC6-E3E4-508D-6F5BFB8685AE}"/>
          </ac:spMkLst>
        </pc:spChg>
        <pc:picChg chg="del">
          <ac:chgData name="Alessandro Marchesano" userId="9839d344ee2d2222" providerId="LiveId" clId="{D35252FF-09FB-4A01-9F14-2E651086BE79}" dt="2026-04-08T17:37:47.413" v="9383" actId="478"/>
          <ac:picMkLst>
            <pc:docMk/>
            <pc:sldMk cId="2004642216" sldId="365"/>
            <ac:picMk id="5" creationId="{EB8315D7-D977-A515-515C-F0AF17F71DDB}"/>
          </ac:picMkLst>
        </pc:picChg>
        <pc:picChg chg="del">
          <ac:chgData name="Alessandro Marchesano" userId="9839d344ee2d2222" providerId="LiveId" clId="{D35252FF-09FB-4A01-9F14-2E651086BE79}" dt="2026-04-08T17:37:47.064" v="9382" actId="478"/>
          <ac:picMkLst>
            <pc:docMk/>
            <pc:sldMk cId="2004642216" sldId="365"/>
            <ac:picMk id="1026" creationId="{A9C5ACDE-9B04-0014-D983-0A815E31570F}"/>
          </ac:picMkLst>
        </pc:picChg>
        <pc:picChg chg="add mod">
          <ac:chgData name="Alessandro Marchesano" userId="9839d344ee2d2222" providerId="LiveId" clId="{D35252FF-09FB-4A01-9F14-2E651086BE79}" dt="2026-04-08T17:39:42.514" v="9416" actId="1076"/>
          <ac:picMkLst>
            <pc:docMk/>
            <pc:sldMk cId="2004642216" sldId="365"/>
            <ac:picMk id="2050" creationId="{F864BFB3-D4AD-93CA-694E-1754D5400D9C}"/>
          </ac:picMkLst>
        </pc:picChg>
        <pc:picChg chg="add mod">
          <ac:chgData name="Alessandro Marchesano" userId="9839d344ee2d2222" providerId="LiveId" clId="{D35252FF-09FB-4A01-9F14-2E651086BE79}" dt="2026-04-08T17:40:09.706" v="9423" actId="1076"/>
          <ac:picMkLst>
            <pc:docMk/>
            <pc:sldMk cId="2004642216" sldId="365"/>
            <ac:picMk id="2052" creationId="{C8AF9271-2F9A-4525-2F3D-249BDA674D5A}"/>
          </ac:picMkLst>
        </pc:picChg>
        <pc:picChg chg="add mod">
          <ac:chgData name="Alessandro Marchesano" userId="9839d344ee2d2222" providerId="LiveId" clId="{D35252FF-09FB-4A01-9F14-2E651086BE79}" dt="2026-04-08T17:40:29.778" v="9428" actId="1076"/>
          <ac:picMkLst>
            <pc:docMk/>
            <pc:sldMk cId="2004642216" sldId="365"/>
            <ac:picMk id="2054" creationId="{BF6A1065-9138-4B35-1276-4ED12260C18F}"/>
          </ac:picMkLst>
        </pc:picChg>
        <pc:picChg chg="add mod">
          <ac:chgData name="Alessandro Marchesano" userId="9839d344ee2d2222" providerId="LiveId" clId="{D35252FF-09FB-4A01-9F14-2E651086BE79}" dt="2026-04-08T17:40:51.138" v="9433" actId="1076"/>
          <ac:picMkLst>
            <pc:docMk/>
            <pc:sldMk cId="2004642216" sldId="365"/>
            <ac:picMk id="2056" creationId="{7528ABD1-77B3-3BAB-4BF6-887129F1A4D7}"/>
          </ac:picMkLst>
        </pc:picChg>
      </pc:sldChg>
      <pc:sldChg chg="addSp modSp new del mod">
        <pc:chgData name="Alessandro Marchesano" userId="9839d344ee2d2222" providerId="LiveId" clId="{D35252FF-09FB-4A01-9F14-2E651086BE79}" dt="2026-04-08T19:16:53.678" v="10098" actId="2696"/>
        <pc:sldMkLst>
          <pc:docMk/>
          <pc:sldMk cId="2533187176" sldId="366"/>
        </pc:sldMkLst>
        <pc:spChg chg="mod">
          <ac:chgData name="Alessandro Marchesano" userId="9839d344ee2d2222" providerId="LiveId" clId="{D35252FF-09FB-4A01-9F14-2E651086BE79}" dt="2026-04-08T17:53:47.445" v="9947" actId="20577"/>
          <ac:spMkLst>
            <pc:docMk/>
            <pc:sldMk cId="2533187176" sldId="366"/>
            <ac:spMk id="2" creationId="{FC3FE546-AAC0-C362-D485-03B5293F18C8}"/>
          </ac:spMkLst>
        </pc:spChg>
        <pc:spChg chg="mod">
          <ac:chgData name="Alessandro Marchesano" userId="9839d344ee2d2222" providerId="LiveId" clId="{D35252FF-09FB-4A01-9F14-2E651086BE79}" dt="2026-04-08T17:56:57.031" v="10027" actId="20577"/>
          <ac:spMkLst>
            <pc:docMk/>
            <pc:sldMk cId="2533187176" sldId="366"/>
            <ac:spMk id="3" creationId="{8CEBB161-CF31-4385-783B-E5E00AED1970}"/>
          </ac:spMkLst>
        </pc:spChg>
        <pc:picChg chg="add mod">
          <ac:chgData name="Alessandro Marchesano" userId="9839d344ee2d2222" providerId="LiveId" clId="{D35252FF-09FB-4A01-9F14-2E651086BE79}" dt="2026-04-08T17:57:20.301" v="10028" actId="1076"/>
          <ac:picMkLst>
            <pc:docMk/>
            <pc:sldMk cId="2533187176" sldId="366"/>
            <ac:picMk id="5122" creationId="{8C6ABCA4-F629-8CEC-8254-9986144E1EBD}"/>
          </ac:picMkLst>
        </pc:picChg>
      </pc:sldChg>
      <pc:sldChg chg="addSp delSp modSp add del mod">
        <pc:chgData name="Alessandro Marchesano" userId="9839d344ee2d2222" providerId="LiveId" clId="{D35252FF-09FB-4A01-9F14-2E651086BE79}" dt="2026-04-08T17:45:45.637" v="9538" actId="2696"/>
        <pc:sldMkLst>
          <pc:docMk/>
          <pc:sldMk cId="2539610228" sldId="366"/>
        </pc:sldMkLst>
        <pc:spChg chg="mod">
          <ac:chgData name="Alessandro Marchesano" userId="9839d344ee2d2222" providerId="LiveId" clId="{D35252FF-09FB-4A01-9F14-2E651086BE79}" dt="2026-04-08T17:42:12.741" v="9436" actId="20577"/>
          <ac:spMkLst>
            <pc:docMk/>
            <pc:sldMk cId="2539610228" sldId="366"/>
            <ac:spMk id="2" creationId="{369741F1-50F5-27C6-7960-4467E8E8FE7B}"/>
          </ac:spMkLst>
        </pc:spChg>
        <pc:spChg chg="mod">
          <ac:chgData name="Alessandro Marchesano" userId="9839d344ee2d2222" providerId="LiveId" clId="{D35252FF-09FB-4A01-9F14-2E651086BE79}" dt="2026-04-08T17:42:29.473" v="9520" actId="20577"/>
          <ac:spMkLst>
            <pc:docMk/>
            <pc:sldMk cId="2539610228" sldId="366"/>
            <ac:spMk id="3" creationId="{12B5E67D-9DD6-D420-3B33-208CA901D077}"/>
          </ac:spMkLst>
        </pc:spChg>
        <pc:picChg chg="del">
          <ac:chgData name="Alessandro Marchesano" userId="9839d344ee2d2222" providerId="LiveId" clId="{D35252FF-09FB-4A01-9F14-2E651086BE79}" dt="2026-04-08T17:42:31.224" v="9521" actId="478"/>
          <ac:picMkLst>
            <pc:docMk/>
            <pc:sldMk cId="2539610228" sldId="366"/>
            <ac:picMk id="2050" creationId="{00E23A5D-1DE9-E444-9056-496D54EF834E}"/>
          </ac:picMkLst>
        </pc:picChg>
        <pc:picChg chg="del">
          <ac:chgData name="Alessandro Marchesano" userId="9839d344ee2d2222" providerId="LiveId" clId="{D35252FF-09FB-4A01-9F14-2E651086BE79}" dt="2026-04-08T17:42:31.771" v="9522" actId="478"/>
          <ac:picMkLst>
            <pc:docMk/>
            <pc:sldMk cId="2539610228" sldId="366"/>
            <ac:picMk id="2052" creationId="{AEADC332-C9A0-073C-B35C-F2A7B7DF931E}"/>
          </ac:picMkLst>
        </pc:picChg>
        <pc:picChg chg="del">
          <ac:chgData name="Alessandro Marchesano" userId="9839d344ee2d2222" providerId="LiveId" clId="{D35252FF-09FB-4A01-9F14-2E651086BE79}" dt="2026-04-08T17:42:32.130" v="9523" actId="478"/>
          <ac:picMkLst>
            <pc:docMk/>
            <pc:sldMk cId="2539610228" sldId="366"/>
            <ac:picMk id="2054" creationId="{990BA93A-CBCA-CAAC-9582-3E85105E9854}"/>
          </ac:picMkLst>
        </pc:picChg>
        <pc:picChg chg="del">
          <ac:chgData name="Alessandro Marchesano" userId="9839d344ee2d2222" providerId="LiveId" clId="{D35252FF-09FB-4A01-9F14-2E651086BE79}" dt="2026-04-08T17:42:32.503" v="9524" actId="478"/>
          <ac:picMkLst>
            <pc:docMk/>
            <pc:sldMk cId="2539610228" sldId="366"/>
            <ac:picMk id="2056" creationId="{090E152E-8FFD-A21C-BD66-A2A6FD61FFB3}"/>
          </ac:picMkLst>
        </pc:picChg>
        <pc:picChg chg="add mod">
          <ac:chgData name="Alessandro Marchesano" userId="9839d344ee2d2222" providerId="LiveId" clId="{D35252FF-09FB-4A01-9F14-2E651086BE79}" dt="2026-04-08T17:43:35.962" v="9537" actId="1076"/>
          <ac:picMkLst>
            <pc:docMk/>
            <pc:sldMk cId="2539610228" sldId="366"/>
            <ac:picMk id="3074" creationId="{727FC495-8277-432C-BC15-E5EC913B3579}"/>
          </ac:picMkLst>
        </pc:picChg>
      </pc:sldChg>
      <pc:sldChg chg="add del">
        <pc:chgData name="Alessandro Marchesano" userId="9839d344ee2d2222" providerId="LiveId" clId="{D35252FF-09FB-4A01-9F14-2E651086BE79}" dt="2026-04-08T17:53:34.353" v="9906" actId="2696"/>
        <pc:sldMkLst>
          <pc:docMk/>
          <pc:sldMk cId="4205231689" sldId="366"/>
        </pc:sldMkLst>
      </pc:sldChg>
      <pc:sldChg chg="addSp modSp new mod">
        <pc:chgData name="Alessandro Marchesano" userId="9839d344ee2d2222" providerId="LiveId" clId="{D35252FF-09FB-4A01-9F14-2E651086BE79}" dt="2026-04-08T19:40:54.052" v="10830" actId="5793"/>
        <pc:sldMkLst>
          <pc:docMk/>
          <pc:sldMk cId="775183864" sldId="367"/>
        </pc:sldMkLst>
        <pc:spChg chg="mod">
          <ac:chgData name="Alessandro Marchesano" userId="9839d344ee2d2222" providerId="LiveId" clId="{D35252FF-09FB-4A01-9F14-2E651086BE79}" dt="2026-04-08T19:33:58.169" v="10496" actId="20577"/>
          <ac:spMkLst>
            <pc:docMk/>
            <pc:sldMk cId="775183864" sldId="367"/>
            <ac:spMk id="2" creationId="{7910517F-49CA-91A2-0193-29D294ECE464}"/>
          </ac:spMkLst>
        </pc:spChg>
        <pc:spChg chg="mod">
          <ac:chgData name="Alessandro Marchesano" userId="9839d344ee2d2222" providerId="LiveId" clId="{D35252FF-09FB-4A01-9F14-2E651086BE79}" dt="2026-04-08T19:40:54.052" v="10830" actId="5793"/>
          <ac:spMkLst>
            <pc:docMk/>
            <pc:sldMk cId="775183864" sldId="367"/>
            <ac:spMk id="3" creationId="{C289FF7C-827F-250F-174D-2BCB8CB0B798}"/>
          </ac:spMkLst>
        </pc:spChg>
        <pc:spChg chg="add mod">
          <ac:chgData name="Alessandro Marchesano" userId="9839d344ee2d2222" providerId="LiveId" clId="{D35252FF-09FB-4A01-9F14-2E651086BE79}" dt="2026-04-08T19:38:00.581" v="10631" actId="1076"/>
          <ac:spMkLst>
            <pc:docMk/>
            <pc:sldMk cId="775183864" sldId="367"/>
            <ac:spMk id="4" creationId="{815C1934-C7FB-4ACB-76C1-102774151C92}"/>
          </ac:spMkLst>
        </pc:spChg>
        <pc:spChg chg="add mod">
          <ac:chgData name="Alessandro Marchesano" userId="9839d344ee2d2222" providerId="LiveId" clId="{D35252FF-09FB-4A01-9F14-2E651086BE79}" dt="2026-04-08T19:40:10.967" v="10800" actId="20577"/>
          <ac:spMkLst>
            <pc:docMk/>
            <pc:sldMk cId="775183864" sldId="367"/>
            <ac:spMk id="5" creationId="{BD21ED8B-E95A-EB83-90CB-B80F9260363E}"/>
          </ac:spMkLst>
        </pc:spChg>
        <pc:spChg chg="add mod">
          <ac:chgData name="Alessandro Marchesano" userId="9839d344ee2d2222" providerId="LiveId" clId="{D35252FF-09FB-4A01-9F14-2E651086BE79}" dt="2026-04-08T19:40:02.989" v="10794" actId="1076"/>
          <ac:spMkLst>
            <pc:docMk/>
            <pc:sldMk cId="775183864" sldId="367"/>
            <ac:spMk id="6" creationId="{90F7F2CC-C394-3BB6-9DF0-4919239BA749}"/>
          </ac:spMkLst>
        </pc:spChg>
        <pc:spChg chg="add mod">
          <ac:chgData name="Alessandro Marchesano" userId="9839d344ee2d2222" providerId="LiveId" clId="{D35252FF-09FB-4A01-9F14-2E651086BE79}" dt="2026-04-08T19:40:02.989" v="10794" actId="1076"/>
          <ac:spMkLst>
            <pc:docMk/>
            <pc:sldMk cId="775183864" sldId="367"/>
            <ac:spMk id="7" creationId="{85A556F3-D1EE-0B29-42CD-076068A19C95}"/>
          </ac:spMkLst>
        </pc:spChg>
        <pc:spChg chg="add mod">
          <ac:chgData name="Alessandro Marchesano" userId="9839d344ee2d2222" providerId="LiveId" clId="{D35252FF-09FB-4A01-9F14-2E651086BE79}" dt="2026-04-08T19:40:40.638" v="10815" actId="20577"/>
          <ac:spMkLst>
            <pc:docMk/>
            <pc:sldMk cId="775183864" sldId="367"/>
            <ac:spMk id="8" creationId="{D0030244-BB59-EFE6-98C5-458E6C3AF7E9}"/>
          </ac:spMkLst>
        </pc:spChg>
        <pc:spChg chg="add mod">
          <ac:chgData name="Alessandro Marchesano" userId="9839d344ee2d2222" providerId="LiveId" clId="{D35252FF-09FB-4A01-9F14-2E651086BE79}" dt="2026-04-08T19:40:02.989" v="10794" actId="1076"/>
          <ac:spMkLst>
            <pc:docMk/>
            <pc:sldMk cId="775183864" sldId="367"/>
            <ac:spMk id="9" creationId="{CCD23480-ACA9-0BDC-042E-F373C920224C}"/>
          </ac:spMkLst>
        </pc:spChg>
      </pc:sldChg>
      <pc:sldChg chg="addSp delSp modSp add mod">
        <pc:chgData name="Alessandro Marchesano" userId="9839d344ee2d2222" providerId="LiveId" clId="{D35252FF-09FB-4A01-9F14-2E651086BE79}" dt="2026-04-08T19:29:24.739" v="10450" actId="20577"/>
        <pc:sldMkLst>
          <pc:docMk/>
          <pc:sldMk cId="887952606" sldId="368"/>
        </pc:sldMkLst>
        <pc:spChg chg="mod">
          <ac:chgData name="Alessandro Marchesano" userId="9839d344ee2d2222" providerId="LiveId" clId="{D35252FF-09FB-4A01-9F14-2E651086BE79}" dt="2026-04-08T19:29:24.739" v="10450" actId="20577"/>
          <ac:spMkLst>
            <pc:docMk/>
            <pc:sldMk cId="887952606" sldId="368"/>
            <ac:spMk id="2" creationId="{394084C7-8ADA-9E7A-EF16-FFB75B74133D}"/>
          </ac:spMkLst>
        </pc:spChg>
        <pc:spChg chg="add">
          <ac:chgData name="Alessandro Marchesano" userId="9839d344ee2d2222" providerId="LiveId" clId="{D35252FF-09FB-4A01-9F14-2E651086BE79}" dt="2026-04-08T19:21:25.993" v="10175"/>
          <ac:spMkLst>
            <pc:docMk/>
            <pc:sldMk cId="887952606" sldId="368"/>
            <ac:spMk id="3" creationId="{CE7B93DF-96DF-F282-19AE-80368A09846F}"/>
          </ac:spMkLst>
        </pc:spChg>
        <pc:spChg chg="add">
          <ac:chgData name="Alessandro Marchesano" userId="9839d344ee2d2222" providerId="LiveId" clId="{D35252FF-09FB-4A01-9F14-2E651086BE79}" dt="2026-04-08T19:21:25.993" v="10175"/>
          <ac:spMkLst>
            <pc:docMk/>
            <pc:sldMk cId="887952606" sldId="368"/>
            <ac:spMk id="4" creationId="{975F98A5-15B9-1FA2-DB14-C9A0D63048DD}"/>
          </ac:spMkLst>
        </pc:spChg>
        <pc:spChg chg="add">
          <ac:chgData name="Alessandro Marchesano" userId="9839d344ee2d2222" providerId="LiveId" clId="{D35252FF-09FB-4A01-9F14-2E651086BE79}" dt="2026-04-08T19:21:25.993" v="10175"/>
          <ac:spMkLst>
            <pc:docMk/>
            <pc:sldMk cId="887952606" sldId="368"/>
            <ac:spMk id="5" creationId="{2AABFD9B-533F-6689-0039-AADE4B8818AF}"/>
          </ac:spMkLst>
        </pc:spChg>
        <pc:spChg chg="add mod">
          <ac:chgData name="Alessandro Marchesano" userId="9839d344ee2d2222" providerId="LiveId" clId="{D35252FF-09FB-4A01-9F14-2E651086BE79}" dt="2026-04-08T19:27:08.921" v="10403" actId="20577"/>
          <ac:spMkLst>
            <pc:docMk/>
            <pc:sldMk cId="887952606" sldId="368"/>
            <ac:spMk id="6" creationId="{878813E2-110A-5654-FCA2-024EA3D64604}"/>
          </ac:spMkLst>
        </pc:spChg>
        <pc:spChg chg="mod">
          <ac:chgData name="Alessandro Marchesano" userId="9839d344ee2d2222" providerId="LiveId" clId="{D35252FF-09FB-4A01-9F14-2E651086BE79}" dt="2026-04-08T19:26:16.844" v="10392" actId="20577"/>
          <ac:spMkLst>
            <pc:docMk/>
            <pc:sldMk cId="887952606" sldId="368"/>
            <ac:spMk id="8" creationId="{2768D7FF-AC96-E5DD-BD28-26DD13A94167}"/>
          </ac:spMkLst>
        </pc:spChg>
        <pc:spChg chg="add mod">
          <ac:chgData name="Alessandro Marchesano" userId="9839d344ee2d2222" providerId="LiveId" clId="{D35252FF-09FB-4A01-9F14-2E651086BE79}" dt="2026-04-08T19:27:56.414" v="10414" actId="1036"/>
          <ac:spMkLst>
            <pc:docMk/>
            <pc:sldMk cId="887952606" sldId="368"/>
            <ac:spMk id="9" creationId="{1A73CFA9-184D-DB2D-2B06-0630DF75E6A2}"/>
          </ac:spMkLst>
        </pc:spChg>
        <pc:spChg chg="add mod">
          <ac:chgData name="Alessandro Marchesano" userId="9839d344ee2d2222" providerId="LiveId" clId="{D35252FF-09FB-4A01-9F14-2E651086BE79}" dt="2026-04-08T19:27:57.692" v="10415" actId="1036"/>
          <ac:spMkLst>
            <pc:docMk/>
            <pc:sldMk cId="887952606" sldId="368"/>
            <ac:spMk id="10" creationId="{CF70EFE7-4A0C-158E-98A1-0B2A3C4810C2}"/>
          </ac:spMkLst>
        </pc:spChg>
        <pc:spChg chg="add mod">
          <ac:chgData name="Alessandro Marchesano" userId="9839d344ee2d2222" providerId="LiveId" clId="{D35252FF-09FB-4A01-9F14-2E651086BE79}" dt="2026-04-08T19:28:38.182" v="10422" actId="14100"/>
          <ac:spMkLst>
            <pc:docMk/>
            <pc:sldMk cId="887952606" sldId="368"/>
            <ac:spMk id="11" creationId="{D90E8681-9E9F-0E10-8751-13C213277DA5}"/>
          </ac:spMkLst>
        </pc:spChg>
        <pc:spChg chg="add mod">
          <ac:chgData name="Alessandro Marchesano" userId="9839d344ee2d2222" providerId="LiveId" clId="{D35252FF-09FB-4A01-9F14-2E651086BE79}" dt="2026-04-08T19:28:48.622" v="10448" actId="14100"/>
          <ac:spMkLst>
            <pc:docMk/>
            <pc:sldMk cId="887952606" sldId="368"/>
            <ac:spMk id="12" creationId="{6908AF37-B2DE-E8C4-009E-B38FA2C8056D}"/>
          </ac:spMkLst>
        </pc:spChg>
        <pc:spChg chg="mod">
          <ac:chgData name="Alessandro Marchesano" userId="9839d344ee2d2222" providerId="LiveId" clId="{D35252FF-09FB-4A01-9F14-2E651086BE79}" dt="2026-04-08T19:27:02.082" v="10402" actId="20577"/>
          <ac:spMkLst>
            <pc:docMk/>
            <pc:sldMk cId="887952606" sldId="368"/>
            <ac:spMk id="15" creationId="{5F21F5A4-0915-1283-1FB6-85FF9D375AE9}"/>
          </ac:spMkLst>
        </pc:spChg>
        <pc:picChg chg="del">
          <ac:chgData name="Alessandro Marchesano" userId="9839d344ee2d2222" providerId="LiveId" clId="{D35252FF-09FB-4A01-9F14-2E651086BE79}" dt="2026-04-08T19:19:34.407" v="10148" actId="478"/>
          <ac:picMkLst>
            <pc:docMk/>
            <pc:sldMk cId="887952606" sldId="368"/>
            <ac:picMk id="7" creationId="{B1EFEE29-DCB2-EB09-C6A1-947A5FF5F7B8}"/>
          </ac:picMkLst>
        </pc:picChg>
        <pc:picChg chg="del">
          <ac:chgData name="Alessandro Marchesano" userId="9839d344ee2d2222" providerId="LiveId" clId="{D35252FF-09FB-4A01-9F14-2E651086BE79}" dt="2026-04-08T19:19:33.846" v="10147" actId="478"/>
          <ac:picMkLst>
            <pc:docMk/>
            <pc:sldMk cId="887952606" sldId="368"/>
            <ac:picMk id="4098" creationId="{12722512-79E8-4EDF-64A6-855B913172FA}"/>
          </ac:picMkLst>
        </pc:picChg>
      </pc:sldChg>
      <pc:sldChg chg="modSp new mod">
        <pc:chgData name="Alessandro Marchesano" userId="9839d344ee2d2222" providerId="LiveId" clId="{D35252FF-09FB-4A01-9F14-2E651086BE79}" dt="2026-04-08T19:48:47.523" v="11204" actId="20577"/>
        <pc:sldMkLst>
          <pc:docMk/>
          <pc:sldMk cId="1285443739" sldId="369"/>
        </pc:sldMkLst>
        <pc:spChg chg="mod">
          <ac:chgData name="Alessandro Marchesano" userId="9839d344ee2d2222" providerId="LiveId" clId="{D35252FF-09FB-4A01-9F14-2E651086BE79}" dt="2026-04-08T19:41:11.500" v="10857" actId="20577"/>
          <ac:spMkLst>
            <pc:docMk/>
            <pc:sldMk cId="1285443739" sldId="369"/>
            <ac:spMk id="2" creationId="{E2E49C72-74E5-3335-BCBC-6350A1879FDA}"/>
          </ac:spMkLst>
        </pc:spChg>
        <pc:spChg chg="mod">
          <ac:chgData name="Alessandro Marchesano" userId="9839d344ee2d2222" providerId="LiveId" clId="{D35252FF-09FB-4A01-9F14-2E651086BE79}" dt="2026-04-08T19:48:47.523" v="11204" actId="20577"/>
          <ac:spMkLst>
            <pc:docMk/>
            <pc:sldMk cId="1285443739" sldId="369"/>
            <ac:spMk id="3" creationId="{4FA6DC23-5317-96FF-4D9C-91D0A5EEC39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7DDB3B-021C-42D6-993A-EACEEA753B55}" type="datetimeFigureOut">
              <a:rPr lang="en-US" smtClean="0"/>
              <a:t>4/8/2026</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80C84D-FA35-409A-8749-0F28712FA342}" type="slidenum">
              <a:rPr lang="en-US" smtClean="0"/>
              <a:t>‹N›</a:t>
            </a:fld>
            <a:endParaRPr lang="en-US"/>
          </a:p>
        </p:txBody>
      </p:sp>
    </p:spTree>
    <p:extLst>
      <p:ext uri="{BB962C8B-B14F-4D97-AF65-F5344CB8AC3E}">
        <p14:creationId xmlns:p14="http://schemas.microsoft.com/office/powerpoint/2010/main" val="708011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1C80C84D-FA35-409A-8749-0F28712FA342}" type="slidenum">
              <a:rPr lang="en-US" smtClean="0"/>
              <a:t>2</a:t>
            </a:fld>
            <a:endParaRPr lang="en-US"/>
          </a:p>
        </p:txBody>
      </p:sp>
    </p:spTree>
    <p:extLst>
      <p:ext uri="{BB962C8B-B14F-4D97-AF65-F5344CB8AC3E}">
        <p14:creationId xmlns:p14="http://schemas.microsoft.com/office/powerpoint/2010/main" val="2371015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1C80C84D-FA35-409A-8749-0F28712FA342}" type="slidenum">
              <a:rPr lang="en-US" smtClean="0"/>
              <a:t>30</a:t>
            </a:fld>
            <a:endParaRPr lang="en-US"/>
          </a:p>
        </p:txBody>
      </p:sp>
    </p:spTree>
    <p:extLst>
      <p:ext uri="{BB962C8B-B14F-4D97-AF65-F5344CB8AC3E}">
        <p14:creationId xmlns:p14="http://schemas.microsoft.com/office/powerpoint/2010/main" val="4066548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1C80C84D-FA35-409A-8749-0F28712FA342}" type="slidenum">
              <a:rPr lang="en-US" smtClean="0"/>
              <a:t>70</a:t>
            </a:fld>
            <a:endParaRPr lang="en-US"/>
          </a:p>
        </p:txBody>
      </p:sp>
    </p:spTree>
    <p:extLst>
      <p:ext uri="{BB962C8B-B14F-4D97-AF65-F5344CB8AC3E}">
        <p14:creationId xmlns:p14="http://schemas.microsoft.com/office/powerpoint/2010/main" val="2842485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yout COPERTINA">
    <p:spTree>
      <p:nvGrpSpPr>
        <p:cNvPr id="1" name=""/>
        <p:cNvGrpSpPr/>
        <p:nvPr/>
      </p:nvGrpSpPr>
      <p:grpSpPr>
        <a:xfrm>
          <a:off x="0" y="0"/>
          <a:ext cx="0" cy="0"/>
          <a:chOff x="0" y="0"/>
          <a:chExt cx="0" cy="0"/>
        </a:xfrm>
      </p:grpSpPr>
      <p:sp>
        <p:nvSpPr>
          <p:cNvPr id="5" name="Titolo 4">
            <a:extLst>
              <a:ext uri="{FF2B5EF4-FFF2-40B4-BE49-F238E27FC236}">
                <a16:creationId xmlns:a16="http://schemas.microsoft.com/office/drawing/2014/main" id="{FAA2EA20-62F0-4BD7-A0E8-95FFE82F0DCA}"/>
              </a:ext>
            </a:extLst>
          </p:cNvPr>
          <p:cNvSpPr>
            <a:spLocks noGrp="1"/>
          </p:cNvSpPr>
          <p:nvPr>
            <p:ph type="title" hasCustomPrompt="1"/>
          </p:nvPr>
        </p:nvSpPr>
        <p:spPr>
          <a:xfrm>
            <a:off x="4751917" y="548680"/>
            <a:ext cx="7101458" cy="4536504"/>
          </a:xfrm>
          <a:prstGeom prst="rect">
            <a:avLst/>
          </a:prstGeom>
        </p:spPr>
        <p:txBody>
          <a:bodyPr anchor="ctr" anchorCtr="0"/>
          <a:lstStyle>
            <a:lvl1pPr algn="l">
              <a:defRPr lang="it-IT" sz="3600" b="1" kern="1200" dirty="0">
                <a:solidFill>
                  <a:schemeClr val="tx1">
                    <a:lumMod val="65000"/>
                    <a:lumOff val="35000"/>
                  </a:schemeClr>
                </a:solidFill>
                <a:latin typeface="+mj-lt"/>
                <a:ea typeface="+mn-ea"/>
                <a:cs typeface="+mn-cs"/>
              </a:defRPr>
            </a:lvl1pPr>
          </a:lstStyle>
          <a:p>
            <a:pPr lvl="0"/>
            <a:r>
              <a:rPr lang="it-IT" dirty="0"/>
              <a:t>Fare clic per inserire il titolo della presentazione (obbligatorio per l’accessibilità del documento)</a:t>
            </a:r>
          </a:p>
        </p:txBody>
      </p:sp>
      <p:sp>
        <p:nvSpPr>
          <p:cNvPr id="6" name="Segnaposto testo 5"/>
          <p:cNvSpPr>
            <a:spLocks noGrp="1"/>
          </p:cNvSpPr>
          <p:nvPr>
            <p:ph type="body" sz="quarter" idx="11" hasCustomPrompt="1"/>
          </p:nvPr>
        </p:nvSpPr>
        <p:spPr>
          <a:xfrm>
            <a:off x="4751917" y="5379814"/>
            <a:ext cx="7008283" cy="425450"/>
          </a:xfrm>
          <a:prstGeom prst="rect">
            <a:avLst/>
          </a:prstGeom>
        </p:spPr>
        <p:txBody>
          <a:bodyPr/>
          <a:lstStyle>
            <a:lvl1pPr marL="0" indent="0">
              <a:buNone/>
              <a:defRPr sz="2400" b="1">
                <a:solidFill>
                  <a:schemeClr val="tx1">
                    <a:lumMod val="65000"/>
                    <a:lumOff val="35000"/>
                  </a:schemeClr>
                </a:solidFill>
                <a:latin typeface="+mj-lt"/>
              </a:defRPr>
            </a:lvl1pPr>
          </a:lstStyle>
          <a:p>
            <a:pPr lvl="0"/>
            <a:r>
              <a:rPr lang="it-IT" dirty="0"/>
              <a:t>Nome Cognome</a:t>
            </a:r>
          </a:p>
        </p:txBody>
      </p:sp>
      <p:sp>
        <p:nvSpPr>
          <p:cNvPr id="8" name="Segnaposto testo 7"/>
          <p:cNvSpPr>
            <a:spLocks noGrp="1"/>
          </p:cNvSpPr>
          <p:nvPr>
            <p:ph type="body" sz="quarter" idx="12" hasCustomPrompt="1"/>
          </p:nvPr>
        </p:nvSpPr>
        <p:spPr>
          <a:xfrm>
            <a:off x="4751918" y="5877942"/>
            <a:ext cx="7105649" cy="791418"/>
          </a:xfrm>
          <a:prstGeom prst="rect">
            <a:avLst/>
          </a:prstGeom>
        </p:spPr>
        <p:txBody>
          <a:bodyPr/>
          <a:lstStyle>
            <a:lvl1pPr marL="0" indent="0">
              <a:buNone/>
              <a:defRPr sz="2000" baseline="0">
                <a:solidFill>
                  <a:schemeClr val="tx1">
                    <a:lumMod val="65000"/>
                    <a:lumOff val="35000"/>
                  </a:schemeClr>
                </a:solidFill>
                <a:latin typeface="+mj-lt"/>
              </a:defRPr>
            </a:lvl1pPr>
          </a:lstStyle>
          <a:p>
            <a:pPr lvl="0"/>
            <a:r>
              <a:rPr lang="it-IT" dirty="0"/>
              <a:t>Dipartimento/Struttura </a:t>
            </a:r>
            <a:r>
              <a:rPr lang="it-IT" dirty="0" err="1"/>
              <a:t>xxxxxx</a:t>
            </a:r>
            <a:r>
              <a:rPr lang="it-IT" dirty="0"/>
              <a:t> </a:t>
            </a:r>
            <a:r>
              <a:rPr lang="it-IT" dirty="0" err="1"/>
              <a:t>xxxxxxxxxxxx</a:t>
            </a:r>
            <a:r>
              <a:rPr lang="it-IT" dirty="0"/>
              <a:t> </a:t>
            </a:r>
            <a:r>
              <a:rPr lang="it-IT" dirty="0" err="1"/>
              <a:t>xxxxxxxx</a:t>
            </a:r>
            <a:r>
              <a:rPr lang="it-IT" dirty="0"/>
              <a:t> </a:t>
            </a:r>
            <a:r>
              <a:rPr lang="it-IT" dirty="0" err="1"/>
              <a:t>xxxxx</a:t>
            </a:r>
            <a:r>
              <a:rPr lang="it-IT" dirty="0"/>
              <a:t> </a:t>
            </a:r>
            <a:r>
              <a:rPr lang="it-IT" dirty="0" err="1"/>
              <a:t>xxxxxxxxxxxxxxxxxxx</a:t>
            </a:r>
            <a:r>
              <a:rPr lang="it-IT" dirty="0"/>
              <a:t> </a:t>
            </a:r>
            <a:r>
              <a:rPr lang="it-IT" dirty="0" err="1"/>
              <a:t>xxxxx</a:t>
            </a:r>
            <a:endParaRPr lang="it-IT" dirty="0"/>
          </a:p>
        </p:txBody>
      </p:sp>
    </p:spTree>
    <p:extLst>
      <p:ext uri="{BB962C8B-B14F-4D97-AF65-F5344CB8AC3E}">
        <p14:creationId xmlns:p14="http://schemas.microsoft.com/office/powerpoint/2010/main" val="2566725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a con punto elenco">
    <p:spTree>
      <p:nvGrpSpPr>
        <p:cNvPr id="1" name=""/>
        <p:cNvGrpSpPr/>
        <p:nvPr/>
      </p:nvGrpSpPr>
      <p:grpSpPr>
        <a:xfrm>
          <a:off x="0" y="0"/>
          <a:ext cx="0" cy="0"/>
          <a:chOff x="0" y="0"/>
          <a:chExt cx="0" cy="0"/>
        </a:xfrm>
      </p:grpSpPr>
      <p:sp>
        <p:nvSpPr>
          <p:cNvPr id="5" name="Titolo 2">
            <a:extLst>
              <a:ext uri="{FF2B5EF4-FFF2-40B4-BE49-F238E27FC236}">
                <a16:creationId xmlns:a16="http://schemas.microsoft.com/office/drawing/2014/main" id="{291F23F9-79DA-4813-9876-ED5F4D609BBA}"/>
              </a:ext>
            </a:extLst>
          </p:cNvPr>
          <p:cNvSpPr>
            <a:spLocks noGrp="1"/>
          </p:cNvSpPr>
          <p:nvPr>
            <p:ph type="title" hasCustomPrompt="1"/>
          </p:nvPr>
        </p:nvSpPr>
        <p:spPr>
          <a:xfrm>
            <a:off x="527051" y="380269"/>
            <a:ext cx="8424862" cy="792088"/>
          </a:xfrm>
          <a:prstGeom prst="rect">
            <a:avLst/>
          </a:prstGeom>
        </p:spPr>
        <p:txBody>
          <a:bodyPr/>
          <a:lstStyle>
            <a:lvl1pPr algn="l">
              <a:defRPr lang="it-IT" sz="2400" b="1" kern="1200" dirty="0">
                <a:solidFill>
                  <a:srgbClr val="BD2B0B"/>
                </a:solidFill>
                <a:latin typeface="Calibri" panose="020F0502020204030204" pitchFamily="34" charset="0"/>
                <a:ea typeface="+mn-ea"/>
                <a:cs typeface="Calibri" panose="020F0502020204030204" pitchFamily="34" charset="0"/>
              </a:defRPr>
            </a:lvl1pPr>
          </a:lstStyle>
          <a:p>
            <a:r>
              <a:rPr lang="it-IT" dirty="0"/>
              <a:t>Fare clic per modificare il titolo della diapositiva</a:t>
            </a:r>
            <a:br>
              <a:rPr lang="it-IT" dirty="0"/>
            </a:br>
            <a:r>
              <a:rPr lang="it-IT" dirty="0"/>
              <a:t>(obbligatorio per l’accessibilità del documento)</a:t>
            </a:r>
          </a:p>
        </p:txBody>
      </p:sp>
      <p:sp>
        <p:nvSpPr>
          <p:cNvPr id="8" name="Segnaposto testo 7"/>
          <p:cNvSpPr>
            <a:spLocks noGrp="1"/>
          </p:cNvSpPr>
          <p:nvPr>
            <p:ph type="body" sz="quarter" idx="11" hasCustomPrompt="1"/>
          </p:nvPr>
        </p:nvSpPr>
        <p:spPr>
          <a:xfrm>
            <a:off x="527051" y="1412876"/>
            <a:ext cx="11233149" cy="431949"/>
          </a:xfrm>
          <a:prstGeom prst="rect">
            <a:avLst/>
          </a:prstGeom>
        </p:spPr>
        <p:txBody>
          <a:bodyPr/>
          <a:lstStyle>
            <a:lvl1pPr marL="0" indent="0">
              <a:buFont typeface="Arial" panose="020B0604020202020204" pitchFamily="34" charset="0"/>
              <a:buNone/>
              <a:defRPr sz="1800" baseline="0">
                <a:latin typeface="+mn-lt"/>
              </a:defRPr>
            </a:lvl1pPr>
          </a:lstStyle>
          <a:p>
            <a:pPr lvl="0"/>
            <a:r>
              <a:rPr lang="it-IT" dirty="0"/>
              <a:t>Fare clic per modificare il testo</a:t>
            </a:r>
          </a:p>
        </p:txBody>
      </p:sp>
      <p:sp>
        <p:nvSpPr>
          <p:cNvPr id="10" name="Segnaposto testo 9"/>
          <p:cNvSpPr>
            <a:spLocks noGrp="1"/>
          </p:cNvSpPr>
          <p:nvPr>
            <p:ph type="body" sz="quarter" idx="12" hasCustomPrompt="1"/>
          </p:nvPr>
        </p:nvSpPr>
        <p:spPr>
          <a:xfrm>
            <a:off x="527051" y="1989138"/>
            <a:ext cx="11233149" cy="3744118"/>
          </a:xfrm>
          <a:prstGeom prst="rect">
            <a:avLst/>
          </a:prstGeom>
        </p:spPr>
        <p:txBody>
          <a:bodyPr/>
          <a:lstStyle>
            <a:lvl1pPr marL="285750" indent="-285750">
              <a:buFont typeface="Wingdings" panose="05000000000000000000" pitchFamily="2" charset="2"/>
              <a:buChar char="§"/>
              <a:defRPr sz="1800" baseline="0">
                <a:latin typeface="Century Gothic" panose="020B0502020202020204" pitchFamily="34" charset="0"/>
              </a:defRPr>
            </a:lvl1pPr>
            <a:lvl2pPr marL="742950" indent="-285750">
              <a:buFont typeface="Wingdings" panose="05000000000000000000" pitchFamily="2" charset="2"/>
              <a:buChar char="§"/>
              <a:defRPr sz="1800">
                <a:latin typeface="+mn-lt"/>
              </a:defRPr>
            </a:lvl2pPr>
          </a:lstStyle>
          <a:p>
            <a:pPr lvl="1"/>
            <a:r>
              <a:rPr lang="it-IT" dirty="0"/>
              <a:t>Fare clic per modificare il punto elenco uno</a:t>
            </a:r>
          </a:p>
          <a:p>
            <a:pPr lvl="1"/>
            <a:r>
              <a:rPr lang="it-IT" dirty="0"/>
              <a:t>Fare clic per modificare il punto elenco due</a:t>
            </a:r>
          </a:p>
          <a:p>
            <a:pPr lvl="1"/>
            <a:r>
              <a:rPr lang="it-IT" dirty="0"/>
              <a:t>Fare clic per modificare il punto elenco tre</a:t>
            </a:r>
          </a:p>
          <a:p>
            <a:pPr lvl="1"/>
            <a:r>
              <a:rPr lang="it-IT" dirty="0"/>
              <a:t>Fare clic per modificare il punto elenco quattro</a:t>
            </a:r>
          </a:p>
        </p:txBody>
      </p:sp>
    </p:spTree>
    <p:extLst>
      <p:ext uri="{BB962C8B-B14F-4D97-AF65-F5344CB8AC3E}">
        <p14:creationId xmlns:p14="http://schemas.microsoft.com/office/powerpoint/2010/main" val="3043853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semplice">
    <p:spTree>
      <p:nvGrpSpPr>
        <p:cNvPr id="1" name=""/>
        <p:cNvGrpSpPr/>
        <p:nvPr/>
      </p:nvGrpSpPr>
      <p:grpSpPr>
        <a:xfrm>
          <a:off x="0" y="0"/>
          <a:ext cx="0" cy="0"/>
          <a:chOff x="0" y="0"/>
          <a:chExt cx="0" cy="0"/>
        </a:xfrm>
      </p:grpSpPr>
      <p:sp>
        <p:nvSpPr>
          <p:cNvPr id="4" name="Titolo 2">
            <a:extLst>
              <a:ext uri="{FF2B5EF4-FFF2-40B4-BE49-F238E27FC236}">
                <a16:creationId xmlns:a16="http://schemas.microsoft.com/office/drawing/2014/main" id="{C953DF58-DB43-4138-900E-5230527103AE}"/>
              </a:ext>
            </a:extLst>
          </p:cNvPr>
          <p:cNvSpPr>
            <a:spLocks noGrp="1"/>
          </p:cNvSpPr>
          <p:nvPr>
            <p:ph type="title" hasCustomPrompt="1"/>
          </p:nvPr>
        </p:nvSpPr>
        <p:spPr>
          <a:xfrm>
            <a:off x="527051" y="380269"/>
            <a:ext cx="8424862" cy="792088"/>
          </a:xfrm>
          <a:prstGeom prst="rect">
            <a:avLst/>
          </a:prstGeom>
        </p:spPr>
        <p:txBody>
          <a:bodyPr/>
          <a:lstStyle>
            <a:lvl1pPr algn="l">
              <a:defRPr lang="it-IT" sz="2400" b="1" kern="1200" dirty="0">
                <a:solidFill>
                  <a:srgbClr val="BD2B0B"/>
                </a:solidFill>
                <a:latin typeface="Calibri" panose="020F0502020204030204" pitchFamily="34" charset="0"/>
                <a:ea typeface="+mn-ea"/>
                <a:cs typeface="Calibri" panose="020F0502020204030204" pitchFamily="34" charset="0"/>
              </a:defRPr>
            </a:lvl1pPr>
          </a:lstStyle>
          <a:p>
            <a:r>
              <a:rPr lang="it-IT" dirty="0"/>
              <a:t>Fare clic per modificare il titolo della diapositiva</a:t>
            </a:r>
            <a:br>
              <a:rPr lang="it-IT" dirty="0"/>
            </a:br>
            <a:r>
              <a:rPr lang="it-IT" dirty="0"/>
              <a:t>(obbligatorio per l’accessibilità del documento)</a:t>
            </a:r>
          </a:p>
        </p:txBody>
      </p:sp>
      <p:sp>
        <p:nvSpPr>
          <p:cNvPr id="9" name="Segnaposto testo 7"/>
          <p:cNvSpPr>
            <a:spLocks noGrp="1"/>
          </p:cNvSpPr>
          <p:nvPr>
            <p:ph type="body" sz="quarter" idx="11" hasCustomPrompt="1"/>
          </p:nvPr>
        </p:nvSpPr>
        <p:spPr>
          <a:xfrm>
            <a:off x="527051" y="1412875"/>
            <a:ext cx="11233149" cy="4320381"/>
          </a:xfrm>
          <a:prstGeom prst="rect">
            <a:avLst/>
          </a:prstGeom>
        </p:spPr>
        <p:txBody>
          <a:bodyPr/>
          <a:lstStyle>
            <a:lvl1pPr marL="0" indent="0">
              <a:buFont typeface="Arial" panose="020B0604020202020204" pitchFamily="34" charset="0"/>
              <a:buNone/>
              <a:defRPr sz="1800" baseline="0">
                <a:latin typeface="+mn-lt"/>
              </a:defRPr>
            </a:lvl1pPr>
          </a:lstStyle>
          <a:p>
            <a:pPr lvl="0"/>
            <a:r>
              <a:rPr lang="it-IT" dirty="0"/>
              <a:t>Fare clic per modificare il testo</a:t>
            </a:r>
          </a:p>
        </p:txBody>
      </p:sp>
    </p:spTree>
    <p:extLst>
      <p:ext uri="{BB962C8B-B14F-4D97-AF65-F5344CB8AC3E}">
        <p14:creationId xmlns:p14="http://schemas.microsoft.com/office/powerpoint/2010/main" val="3418157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con grafico">
    <p:spTree>
      <p:nvGrpSpPr>
        <p:cNvPr id="1" name=""/>
        <p:cNvGrpSpPr/>
        <p:nvPr/>
      </p:nvGrpSpPr>
      <p:grpSpPr>
        <a:xfrm>
          <a:off x="0" y="0"/>
          <a:ext cx="0" cy="0"/>
          <a:chOff x="0" y="0"/>
          <a:chExt cx="0" cy="0"/>
        </a:xfrm>
      </p:grpSpPr>
      <p:sp>
        <p:nvSpPr>
          <p:cNvPr id="5" name="Titolo 2">
            <a:extLst>
              <a:ext uri="{FF2B5EF4-FFF2-40B4-BE49-F238E27FC236}">
                <a16:creationId xmlns:a16="http://schemas.microsoft.com/office/drawing/2014/main" id="{A084498A-9D82-4C74-A84D-9D132BF780F4}"/>
              </a:ext>
            </a:extLst>
          </p:cNvPr>
          <p:cNvSpPr>
            <a:spLocks noGrp="1"/>
          </p:cNvSpPr>
          <p:nvPr>
            <p:ph type="title" hasCustomPrompt="1"/>
          </p:nvPr>
        </p:nvSpPr>
        <p:spPr>
          <a:xfrm>
            <a:off x="527051" y="380269"/>
            <a:ext cx="8424862" cy="792088"/>
          </a:xfrm>
          <a:prstGeom prst="rect">
            <a:avLst/>
          </a:prstGeom>
        </p:spPr>
        <p:txBody>
          <a:bodyPr/>
          <a:lstStyle>
            <a:lvl1pPr algn="l">
              <a:defRPr lang="it-IT" sz="2400" b="1" kern="1200" dirty="0">
                <a:solidFill>
                  <a:srgbClr val="BD2B0B"/>
                </a:solidFill>
                <a:latin typeface="Calibri" panose="020F0502020204030204" pitchFamily="34" charset="0"/>
                <a:ea typeface="+mn-ea"/>
                <a:cs typeface="Calibri" panose="020F0502020204030204" pitchFamily="34" charset="0"/>
              </a:defRPr>
            </a:lvl1pPr>
          </a:lstStyle>
          <a:p>
            <a:r>
              <a:rPr lang="it-IT" dirty="0"/>
              <a:t>Fare clic per modificare il titolo della diapositiva</a:t>
            </a:r>
            <a:br>
              <a:rPr lang="it-IT" dirty="0"/>
            </a:br>
            <a:r>
              <a:rPr lang="it-IT" dirty="0"/>
              <a:t>(obbligatorio per l’accessibilità del documento)</a:t>
            </a:r>
          </a:p>
        </p:txBody>
      </p:sp>
      <p:sp>
        <p:nvSpPr>
          <p:cNvPr id="9" name="Segnaposto grafico 8"/>
          <p:cNvSpPr>
            <a:spLocks noGrp="1"/>
          </p:cNvSpPr>
          <p:nvPr>
            <p:ph type="chart" sz="quarter" idx="10" hasCustomPrompt="1"/>
          </p:nvPr>
        </p:nvSpPr>
        <p:spPr>
          <a:xfrm>
            <a:off x="911026" y="2781300"/>
            <a:ext cx="10369551" cy="2879948"/>
          </a:xfrm>
          <a:prstGeom prst="rect">
            <a:avLst/>
          </a:prstGeom>
        </p:spPr>
        <p:txBody>
          <a:bodyPr/>
          <a:lstStyle>
            <a:lvl1pPr marL="0" indent="0">
              <a:buNone/>
              <a:defRPr sz="1800" baseline="0">
                <a:latin typeface="+mn-lt"/>
              </a:defRPr>
            </a:lvl1pPr>
          </a:lstStyle>
          <a:p>
            <a:r>
              <a:rPr lang="it-IT" dirty="0"/>
              <a:t>Fare clic sull’icona per inserire un grafico</a:t>
            </a:r>
          </a:p>
        </p:txBody>
      </p:sp>
      <p:sp>
        <p:nvSpPr>
          <p:cNvPr id="11" name="Segnaposto testo 7"/>
          <p:cNvSpPr>
            <a:spLocks noGrp="1"/>
          </p:cNvSpPr>
          <p:nvPr>
            <p:ph type="body" sz="quarter" idx="12" hasCustomPrompt="1"/>
          </p:nvPr>
        </p:nvSpPr>
        <p:spPr>
          <a:xfrm>
            <a:off x="527051" y="1412876"/>
            <a:ext cx="11233149" cy="431949"/>
          </a:xfrm>
          <a:prstGeom prst="rect">
            <a:avLst/>
          </a:prstGeom>
        </p:spPr>
        <p:txBody>
          <a:bodyPr/>
          <a:lstStyle>
            <a:lvl1pPr marL="0" indent="0">
              <a:buFont typeface="Arial" panose="020B0604020202020204" pitchFamily="34" charset="0"/>
              <a:buNone/>
              <a:defRPr sz="1800" baseline="0">
                <a:latin typeface="+mn-lt"/>
              </a:defRPr>
            </a:lvl1pPr>
          </a:lstStyle>
          <a:p>
            <a:pPr lvl="0"/>
            <a:r>
              <a:rPr lang="it-IT" dirty="0"/>
              <a:t>Fare clic per modificare il testo</a:t>
            </a:r>
          </a:p>
        </p:txBody>
      </p:sp>
    </p:spTree>
    <p:extLst>
      <p:ext uri="{BB962C8B-B14F-4D97-AF65-F5344CB8AC3E}">
        <p14:creationId xmlns:p14="http://schemas.microsoft.com/office/powerpoint/2010/main" val="555833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con immagine">
    <p:spTree>
      <p:nvGrpSpPr>
        <p:cNvPr id="1" name=""/>
        <p:cNvGrpSpPr/>
        <p:nvPr/>
      </p:nvGrpSpPr>
      <p:grpSpPr>
        <a:xfrm>
          <a:off x="0" y="0"/>
          <a:ext cx="0" cy="0"/>
          <a:chOff x="0" y="0"/>
          <a:chExt cx="0" cy="0"/>
        </a:xfrm>
      </p:grpSpPr>
      <p:sp>
        <p:nvSpPr>
          <p:cNvPr id="4" name="Titolo 2">
            <a:extLst>
              <a:ext uri="{FF2B5EF4-FFF2-40B4-BE49-F238E27FC236}">
                <a16:creationId xmlns:a16="http://schemas.microsoft.com/office/drawing/2014/main" id="{3D9574C8-D082-4A4E-855E-CE42AAE0EDD7}"/>
              </a:ext>
            </a:extLst>
          </p:cNvPr>
          <p:cNvSpPr>
            <a:spLocks noGrp="1"/>
          </p:cNvSpPr>
          <p:nvPr>
            <p:ph type="title" hasCustomPrompt="1"/>
          </p:nvPr>
        </p:nvSpPr>
        <p:spPr>
          <a:xfrm>
            <a:off x="527051" y="380269"/>
            <a:ext cx="8424862" cy="792088"/>
          </a:xfrm>
          <a:prstGeom prst="rect">
            <a:avLst/>
          </a:prstGeom>
        </p:spPr>
        <p:txBody>
          <a:bodyPr/>
          <a:lstStyle>
            <a:lvl1pPr algn="l">
              <a:defRPr lang="it-IT" sz="2400" b="1" kern="1200" dirty="0">
                <a:solidFill>
                  <a:srgbClr val="BD2B0B"/>
                </a:solidFill>
                <a:latin typeface="Calibri" panose="020F0502020204030204" pitchFamily="34" charset="0"/>
                <a:ea typeface="+mn-ea"/>
                <a:cs typeface="Calibri" panose="020F0502020204030204" pitchFamily="34" charset="0"/>
              </a:defRPr>
            </a:lvl1pPr>
          </a:lstStyle>
          <a:p>
            <a:r>
              <a:rPr lang="it-IT" dirty="0"/>
              <a:t>Fare clic per modificare il titolo della diapositiva</a:t>
            </a:r>
            <a:br>
              <a:rPr lang="it-IT" dirty="0"/>
            </a:br>
            <a:r>
              <a:rPr lang="it-IT" dirty="0"/>
              <a:t>(obbligatorio per l’accessibilità del documento)</a:t>
            </a:r>
          </a:p>
        </p:txBody>
      </p:sp>
      <p:sp>
        <p:nvSpPr>
          <p:cNvPr id="11" name="Segnaposto immagine 10"/>
          <p:cNvSpPr>
            <a:spLocks noGrp="1"/>
          </p:cNvSpPr>
          <p:nvPr>
            <p:ph type="pic" sz="quarter" idx="10" hasCustomPrompt="1"/>
          </p:nvPr>
        </p:nvSpPr>
        <p:spPr>
          <a:xfrm>
            <a:off x="1534584" y="1700809"/>
            <a:ext cx="9122833" cy="4105275"/>
          </a:xfrm>
          <a:prstGeom prst="rect">
            <a:avLst/>
          </a:prstGeom>
        </p:spPr>
        <p:txBody>
          <a:bodyPr/>
          <a:lstStyle>
            <a:lvl1pPr marL="0" indent="0">
              <a:buNone/>
              <a:defRPr sz="1800">
                <a:latin typeface="+mn-lt"/>
              </a:defRPr>
            </a:lvl1pPr>
          </a:lstStyle>
          <a:p>
            <a:r>
              <a:rPr lang="it-IT" dirty="0"/>
              <a:t>Fare clic sull’icona per inserire un’immagine</a:t>
            </a:r>
          </a:p>
        </p:txBody>
      </p:sp>
    </p:spTree>
    <p:extLst>
      <p:ext uri="{BB962C8B-B14F-4D97-AF65-F5344CB8AC3E}">
        <p14:creationId xmlns:p14="http://schemas.microsoft.com/office/powerpoint/2010/main" val="3970258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CHIUSURA">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E65A96A1-862B-4573-A200-68F608E8F462}"/>
              </a:ext>
              <a:ext uri="{C183D7F6-B498-43B3-948B-1728B52AA6E4}">
                <adec:decorative xmlns:adec="http://schemas.microsoft.com/office/drawing/2017/decorative" val="0"/>
              </a:ext>
            </a:extLst>
          </p:cNvPr>
          <p:cNvSpPr>
            <a:spLocks noGrp="1"/>
          </p:cNvSpPr>
          <p:nvPr>
            <p:ph type="title" hasCustomPrompt="1"/>
          </p:nvPr>
        </p:nvSpPr>
        <p:spPr>
          <a:xfrm>
            <a:off x="5600489" y="2345507"/>
            <a:ext cx="991022" cy="255562"/>
          </a:xfrm>
          <a:prstGeom prst="rect">
            <a:avLst/>
          </a:prstGeom>
        </p:spPr>
        <p:txBody>
          <a:bodyPr/>
          <a:lstStyle>
            <a:lvl1pPr algn="ctr">
              <a:defRPr lang="it-IT" sz="1400" b="1" kern="1200" dirty="0">
                <a:solidFill>
                  <a:schemeClr val="tx1">
                    <a:lumMod val="65000"/>
                    <a:lumOff val="35000"/>
                  </a:schemeClr>
                </a:solidFill>
                <a:latin typeface="+mn-lt"/>
                <a:ea typeface="+mn-ea"/>
                <a:cs typeface="+mn-cs"/>
              </a:defRPr>
            </a:lvl1pPr>
          </a:lstStyle>
          <a:p>
            <a:r>
              <a:rPr lang="it-IT" dirty="0"/>
              <a:t>Credits:</a:t>
            </a:r>
          </a:p>
        </p:txBody>
      </p:sp>
      <p:sp>
        <p:nvSpPr>
          <p:cNvPr id="8" name="Segnaposto testo 7"/>
          <p:cNvSpPr>
            <a:spLocks noGrp="1"/>
          </p:cNvSpPr>
          <p:nvPr>
            <p:ph type="body" sz="quarter" idx="10" hasCustomPrompt="1"/>
          </p:nvPr>
        </p:nvSpPr>
        <p:spPr>
          <a:xfrm>
            <a:off x="1487488" y="2780928"/>
            <a:ext cx="9217024" cy="432370"/>
          </a:xfrm>
          <a:prstGeom prst="rect">
            <a:avLst/>
          </a:prstGeom>
        </p:spPr>
        <p:txBody>
          <a:bodyPr/>
          <a:lstStyle>
            <a:lvl1pPr marL="0" indent="0" algn="ctr">
              <a:buFontTx/>
              <a:buNone/>
              <a:defRPr sz="2000" b="1">
                <a:solidFill>
                  <a:schemeClr val="tx1">
                    <a:lumMod val="65000"/>
                    <a:lumOff val="35000"/>
                  </a:schemeClr>
                </a:solidFill>
                <a:latin typeface="+mj-lt"/>
              </a:defRPr>
            </a:lvl1pPr>
          </a:lstStyle>
          <a:p>
            <a:pPr lvl="0"/>
            <a:r>
              <a:rPr lang="it-IT" dirty="0"/>
              <a:t>Nome Cognome</a:t>
            </a:r>
          </a:p>
        </p:txBody>
      </p:sp>
      <p:sp>
        <p:nvSpPr>
          <p:cNvPr id="13" name="Segnaposto testo 12"/>
          <p:cNvSpPr>
            <a:spLocks noGrp="1"/>
          </p:cNvSpPr>
          <p:nvPr>
            <p:ph type="body" sz="quarter" idx="11" hasCustomPrompt="1"/>
          </p:nvPr>
        </p:nvSpPr>
        <p:spPr>
          <a:xfrm>
            <a:off x="1439483" y="3573017"/>
            <a:ext cx="9313035" cy="936103"/>
          </a:xfrm>
          <a:prstGeom prst="rect">
            <a:avLst/>
          </a:prstGeom>
        </p:spPr>
        <p:txBody>
          <a:bodyPr/>
          <a:lstStyle>
            <a:lvl1pPr marL="0" indent="0" algn="ctr">
              <a:buFontTx/>
              <a:buNone/>
              <a:defRPr sz="1600">
                <a:solidFill>
                  <a:schemeClr val="tx1">
                    <a:lumMod val="65000"/>
                    <a:lumOff val="35000"/>
                  </a:schemeClr>
                </a:solidFill>
                <a:latin typeface="+mn-lt"/>
              </a:defRPr>
            </a:lvl1pPr>
          </a:lstStyle>
          <a:p>
            <a:pPr lvl="0"/>
            <a:r>
              <a:rPr lang="it-IT" dirty="0"/>
              <a:t>Struttura</a:t>
            </a:r>
          </a:p>
        </p:txBody>
      </p:sp>
      <p:sp>
        <p:nvSpPr>
          <p:cNvPr id="16" name="Segnaposto testo 15"/>
          <p:cNvSpPr>
            <a:spLocks noGrp="1"/>
          </p:cNvSpPr>
          <p:nvPr>
            <p:ph type="body" sz="quarter" idx="12" hasCustomPrompt="1"/>
          </p:nvPr>
        </p:nvSpPr>
        <p:spPr>
          <a:xfrm>
            <a:off x="1390651" y="4725144"/>
            <a:ext cx="9410700" cy="1440160"/>
          </a:xfrm>
          <a:prstGeom prst="rect">
            <a:avLst/>
          </a:prstGeom>
        </p:spPr>
        <p:txBody>
          <a:bodyPr/>
          <a:lstStyle>
            <a:lvl1pPr marL="0" indent="0" algn="ctr">
              <a:buFontTx/>
              <a:buNone/>
              <a:defRPr sz="1300" b="0">
                <a:solidFill>
                  <a:schemeClr val="tx1">
                    <a:lumMod val="65000"/>
                    <a:lumOff val="35000"/>
                  </a:schemeClr>
                </a:solidFill>
                <a:latin typeface="+mn-lt"/>
              </a:defRPr>
            </a:lvl1pPr>
          </a:lstStyle>
          <a:p>
            <a:pPr lvl="0"/>
            <a:r>
              <a:rPr lang="it-IT" dirty="0"/>
              <a:t>nome.cognome@unibo.it</a:t>
            </a:r>
          </a:p>
          <a:p>
            <a:pPr lvl="0"/>
            <a:r>
              <a:rPr lang="it-IT" dirty="0"/>
              <a:t>051 20 99982</a:t>
            </a:r>
          </a:p>
        </p:txBody>
      </p:sp>
    </p:spTree>
    <p:extLst>
      <p:ext uri="{BB962C8B-B14F-4D97-AF65-F5344CB8AC3E}">
        <p14:creationId xmlns:p14="http://schemas.microsoft.com/office/powerpoint/2010/main" val="42494506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12" name="Connettore 1 11"/>
          <p:cNvCxnSpPr/>
          <p:nvPr userDrawn="1"/>
        </p:nvCxnSpPr>
        <p:spPr>
          <a:xfrm>
            <a:off x="4367808" y="188640"/>
            <a:ext cx="0" cy="6408712"/>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Immagine 3" descr="Alma Mater Studiorum - Università di Bologna">
            <a:extLst>
              <a:ext uri="{FF2B5EF4-FFF2-40B4-BE49-F238E27FC236}">
                <a16:creationId xmlns:a16="http://schemas.microsoft.com/office/drawing/2014/main" id="{5EE00A97-2907-46F9-965F-86535E724FBD}"/>
              </a:ext>
            </a:extLst>
          </p:cNvPr>
          <p:cNvPicPr>
            <a:picLocks noChangeAspect="1"/>
          </p:cNvPicPr>
          <p:nvPr userDrawn="1"/>
        </p:nvPicPr>
        <p:blipFill>
          <a:blip r:embed="rId3"/>
          <a:stretch>
            <a:fillRect/>
          </a:stretch>
        </p:blipFill>
        <p:spPr>
          <a:xfrm>
            <a:off x="911424" y="2060848"/>
            <a:ext cx="2436900" cy="1802582"/>
          </a:xfrm>
          <a:prstGeom prst="rect">
            <a:avLst/>
          </a:prstGeom>
        </p:spPr>
      </p:pic>
    </p:spTree>
    <p:extLst>
      <p:ext uri="{BB962C8B-B14F-4D97-AF65-F5344CB8AC3E}">
        <p14:creationId xmlns:p14="http://schemas.microsoft.com/office/powerpoint/2010/main" val="613657427"/>
      </p:ext>
    </p:extLst>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5B4AE421-09DA-412D-AAD7-5E65002B1FDA}"/>
              </a:ext>
            </a:extLst>
          </p:cNvPr>
          <p:cNvSpPr txBox="1"/>
          <p:nvPr userDrawn="1"/>
        </p:nvSpPr>
        <p:spPr>
          <a:xfrm>
            <a:off x="179512" y="6525019"/>
            <a:ext cx="792088" cy="276999"/>
          </a:xfrm>
          <a:prstGeom prst="rect">
            <a:avLst/>
          </a:prstGeom>
          <a:noFill/>
        </p:spPr>
        <p:txBody>
          <a:bodyPr wrap="square" rtlCol="0">
            <a:spAutoFit/>
          </a:bodyPr>
          <a:lstStyle/>
          <a:p>
            <a:fld id="{723C9881-DC19-44C1-8307-96C20AE8129F}" type="slidenum">
              <a:rPr lang="it-IT" sz="1200" smtClean="0"/>
              <a:t>‹N›</a:t>
            </a:fld>
            <a:endParaRPr lang="it-IT" sz="1200" dirty="0"/>
          </a:p>
        </p:txBody>
      </p:sp>
      <p:pic>
        <p:nvPicPr>
          <p:cNvPr id="5" name="Immagine 4">
            <a:extLst>
              <a:ext uri="{FF2B5EF4-FFF2-40B4-BE49-F238E27FC236}">
                <a16:creationId xmlns:a16="http://schemas.microsoft.com/office/drawing/2014/main" id="{6726EE36-C2C5-4224-B32D-093745F9F2B1}"/>
              </a:ext>
              <a:ext uri="{C183D7F6-B498-43B3-948B-1728B52AA6E4}">
                <adec:decorative xmlns:adec="http://schemas.microsoft.com/office/drawing/2017/decorative" val="1"/>
              </a:ext>
            </a:extLst>
          </p:cNvPr>
          <p:cNvPicPr>
            <a:picLocks noChangeAspect="1"/>
          </p:cNvPicPr>
          <p:nvPr userDrawn="1"/>
        </p:nvPicPr>
        <p:blipFill>
          <a:blip r:embed="rId6"/>
          <a:stretch>
            <a:fillRect/>
          </a:stretch>
        </p:blipFill>
        <p:spPr>
          <a:xfrm>
            <a:off x="10878304" y="5826343"/>
            <a:ext cx="1131773" cy="837175"/>
          </a:xfrm>
          <a:prstGeom prst="rect">
            <a:avLst/>
          </a:prstGeom>
        </p:spPr>
      </p:pic>
    </p:spTree>
    <p:extLst>
      <p:ext uri="{BB962C8B-B14F-4D97-AF65-F5344CB8AC3E}">
        <p14:creationId xmlns:p14="http://schemas.microsoft.com/office/powerpoint/2010/main" val="3570652833"/>
      </p:ext>
    </p:extLst>
  </p:cSld>
  <p:clrMap bg1="lt1" tx1="dk1" bg2="lt2" tx2="dk2" accent1="accent1" accent2="accent2" accent3="accent3" accent4="accent4" accent5="accent5" accent6="accent6" hlink="hlink" folHlink="folHlink"/>
  <p:sldLayoutIdLst>
    <p:sldLayoutId id="2147483670" r:id="rId1"/>
    <p:sldLayoutId id="2147483661" r:id="rId2"/>
    <p:sldLayoutId id="2147483667" r:id="rId3"/>
    <p:sldLayoutId id="2147483669"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CasellaDiTesto 8"/>
          <p:cNvSpPr txBox="1"/>
          <p:nvPr userDrawn="1"/>
        </p:nvSpPr>
        <p:spPr>
          <a:xfrm>
            <a:off x="4175787" y="6453336"/>
            <a:ext cx="3840427" cy="338554"/>
          </a:xfrm>
          <a:prstGeom prst="rect">
            <a:avLst/>
          </a:prstGeom>
          <a:noFill/>
        </p:spPr>
        <p:txBody>
          <a:bodyPr wrap="square" rtlCol="0">
            <a:spAutoFit/>
          </a:bodyPr>
          <a:lstStyle/>
          <a:p>
            <a:pPr algn="ctr"/>
            <a:r>
              <a:rPr lang="it-IT" sz="1600" dirty="0">
                <a:solidFill>
                  <a:schemeClr val="tx1">
                    <a:lumMod val="65000"/>
                    <a:lumOff val="35000"/>
                  </a:schemeClr>
                </a:solidFill>
              </a:rPr>
              <a:t>www.unibo.it</a:t>
            </a:r>
          </a:p>
        </p:txBody>
      </p:sp>
      <p:pic>
        <p:nvPicPr>
          <p:cNvPr id="4" name="Immagine 3" descr="Alma Mater Studiorum - Università di Bologna">
            <a:extLst>
              <a:ext uri="{FF2B5EF4-FFF2-40B4-BE49-F238E27FC236}">
                <a16:creationId xmlns:a16="http://schemas.microsoft.com/office/drawing/2014/main" id="{DD0FC319-6CD8-4E12-A1D2-69D93160BF0E}"/>
              </a:ext>
            </a:extLst>
          </p:cNvPr>
          <p:cNvPicPr>
            <a:picLocks noChangeAspect="1"/>
          </p:cNvPicPr>
          <p:nvPr userDrawn="1"/>
        </p:nvPicPr>
        <p:blipFill>
          <a:blip r:embed="rId3"/>
          <a:stretch>
            <a:fillRect/>
          </a:stretch>
        </p:blipFill>
        <p:spPr>
          <a:xfrm>
            <a:off x="5105889" y="404664"/>
            <a:ext cx="1980221" cy="1464775"/>
          </a:xfrm>
          <a:prstGeom prst="rect">
            <a:avLst/>
          </a:prstGeom>
        </p:spPr>
      </p:pic>
    </p:spTree>
    <p:extLst>
      <p:ext uri="{BB962C8B-B14F-4D97-AF65-F5344CB8AC3E}">
        <p14:creationId xmlns:p14="http://schemas.microsoft.com/office/powerpoint/2010/main" val="1868398845"/>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6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3.xml"/><Relationship Id="rId4" Type="http://schemas.openxmlformats.org/officeDocument/2006/relationships/image" Target="../media/image62.png"/></Relationships>
</file>

<file path=ppt/slides/_rels/slide6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3.xml"/><Relationship Id="rId4" Type="http://schemas.openxmlformats.org/officeDocument/2006/relationships/image" Target="../media/image66.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3.xml"/><Relationship Id="rId4" Type="http://schemas.openxmlformats.org/officeDocument/2006/relationships/image" Target="../media/image70.png"/></Relationships>
</file>

<file path=ppt/slides/_rels/slide7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hyperlink" Target="https://github.com/alexmark22/EsercitazioniUNIBO-SicurezzaDellInformazione" TargetMode="Externa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8" Type="http://schemas.openxmlformats.org/officeDocument/2006/relationships/hyperlink" Target="https://blog.cloudflare.com/padding-oracles-and-the-decline-of-cbc-mode-ciphersuites/" TargetMode="External"/><Relationship Id="rId3" Type="http://schemas.openxmlformats.org/officeDocument/2006/relationships/hyperlink" Target="https://docs.oracle.com/javase/8/docs/technotes/guides/security/StandardNames.html" TargetMode="External"/><Relationship Id="rId7" Type="http://schemas.openxmlformats.org/officeDocument/2006/relationships/hyperlink" Target="https://samwho.dev/blog/toying-with-cryptography-crib-dragging/" TargetMode="External"/><Relationship Id="rId2" Type="http://schemas.openxmlformats.org/officeDocument/2006/relationships/hyperlink" Target="https://docs.oracle.com/en/java/javase/11/security/java-cryptography-architecture-jca-reference-guide.html" TargetMode="External"/><Relationship Id="rId1" Type="http://schemas.openxmlformats.org/officeDocument/2006/relationships/slideLayout" Target="../slideLayouts/slideLayout3.xml"/><Relationship Id="rId6" Type="http://schemas.openxmlformats.org/officeDocument/2006/relationships/hyperlink" Target="https://blog.cryptographyengineering.com/2011/09/21/brief-diversion-beast-attack-on-tlsssl/" TargetMode="External"/><Relationship Id="rId5" Type="http://schemas.openxmlformats.org/officeDocument/2006/relationships/hyperlink" Target="https://research.checkpoint.com/2024/modern-cryptographic-attacks-a-guide-for-the-perplexed/" TargetMode="External"/><Relationship Id="rId4" Type="http://schemas.openxmlformats.org/officeDocument/2006/relationships/hyperlink" Target="https://stackered.com/blog/iv-mishandling/"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a:extLst>
              <a:ext uri="{FF2B5EF4-FFF2-40B4-BE49-F238E27FC236}">
                <a16:creationId xmlns:a16="http://schemas.microsoft.com/office/drawing/2014/main" id="{530CFCA4-B8FB-4A31-9FE4-C34C1B53FAF3}"/>
              </a:ext>
            </a:extLst>
          </p:cNvPr>
          <p:cNvSpPr>
            <a:spLocks noGrp="1"/>
          </p:cNvSpPr>
          <p:nvPr>
            <p:ph type="title"/>
          </p:nvPr>
        </p:nvSpPr>
        <p:spPr/>
        <p:txBody>
          <a:bodyPr/>
          <a:lstStyle/>
          <a:p>
            <a:r>
              <a:rPr lang="en-GB" noProof="0" dirty="0"/>
              <a:t>Java Security: </a:t>
            </a:r>
            <a:br>
              <a:rPr lang="en-GB" noProof="0" dirty="0"/>
            </a:br>
            <a:r>
              <a:rPr lang="en-GB" noProof="0" dirty="0"/>
              <a:t>Architecture, Primitives and Possible Attacks</a:t>
            </a:r>
          </a:p>
        </p:txBody>
      </p:sp>
      <p:sp>
        <p:nvSpPr>
          <p:cNvPr id="6" name="Segnaposto testo 5">
            <a:extLst>
              <a:ext uri="{FF2B5EF4-FFF2-40B4-BE49-F238E27FC236}">
                <a16:creationId xmlns:a16="http://schemas.microsoft.com/office/drawing/2014/main" id="{C01EA6DB-3FB1-43EE-87DC-35DB21A1D725}"/>
              </a:ext>
            </a:extLst>
          </p:cNvPr>
          <p:cNvSpPr>
            <a:spLocks noGrp="1"/>
          </p:cNvSpPr>
          <p:nvPr>
            <p:ph type="body" sz="quarter" idx="11"/>
          </p:nvPr>
        </p:nvSpPr>
        <p:spPr/>
        <p:txBody>
          <a:bodyPr/>
          <a:lstStyle/>
          <a:p>
            <a:r>
              <a:rPr lang="en-GB" noProof="0" dirty="0"/>
              <a:t>Alessandro Marchesano</a:t>
            </a:r>
          </a:p>
        </p:txBody>
      </p:sp>
      <p:sp>
        <p:nvSpPr>
          <p:cNvPr id="7" name="Segnaposto testo 6">
            <a:extLst>
              <a:ext uri="{FF2B5EF4-FFF2-40B4-BE49-F238E27FC236}">
                <a16:creationId xmlns:a16="http://schemas.microsoft.com/office/drawing/2014/main" id="{2B5786D5-5B82-4455-A783-3A48CBA3F0FD}"/>
              </a:ext>
            </a:extLst>
          </p:cNvPr>
          <p:cNvSpPr>
            <a:spLocks noGrp="1"/>
          </p:cNvSpPr>
          <p:nvPr>
            <p:ph type="body" sz="quarter" idx="12"/>
          </p:nvPr>
        </p:nvSpPr>
        <p:spPr/>
        <p:txBody>
          <a:bodyPr/>
          <a:lstStyle/>
          <a:p>
            <a:r>
              <a:rPr lang="en-GB" noProof="0" dirty="0"/>
              <a:t>alessandr.marchesano@unibo.it</a:t>
            </a:r>
          </a:p>
        </p:txBody>
      </p:sp>
    </p:spTree>
    <p:extLst>
      <p:ext uri="{BB962C8B-B14F-4D97-AF65-F5344CB8AC3E}">
        <p14:creationId xmlns:p14="http://schemas.microsoft.com/office/powerpoint/2010/main" val="3085230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83074B2B-875D-4ABC-842D-ED60A0295F3E}"/>
              </a:ext>
            </a:extLst>
          </p:cNvPr>
          <p:cNvSpPr>
            <a:spLocks noGrp="1"/>
          </p:cNvSpPr>
          <p:nvPr>
            <p:ph type="title"/>
          </p:nvPr>
        </p:nvSpPr>
        <p:spPr/>
        <p:txBody>
          <a:bodyPr/>
          <a:lstStyle/>
          <a:p>
            <a:r>
              <a:rPr lang="en-GB" sz="3800" noProof="0" dirty="0"/>
              <a:t>Java Cryptography Architecture (JCA)</a:t>
            </a:r>
          </a:p>
        </p:txBody>
      </p:sp>
      <p:sp>
        <p:nvSpPr>
          <p:cNvPr id="5" name="Segnaposto testo 4">
            <a:extLst>
              <a:ext uri="{FF2B5EF4-FFF2-40B4-BE49-F238E27FC236}">
                <a16:creationId xmlns:a16="http://schemas.microsoft.com/office/drawing/2014/main" id="{6A687BB7-25CE-4F8C-A93C-3BF1A271E55F}"/>
              </a:ext>
            </a:extLst>
          </p:cNvPr>
          <p:cNvSpPr>
            <a:spLocks noGrp="1"/>
          </p:cNvSpPr>
          <p:nvPr>
            <p:ph type="body" sz="quarter" idx="11"/>
          </p:nvPr>
        </p:nvSpPr>
        <p:spPr>
          <a:xfrm>
            <a:off x="527052" y="1484784"/>
            <a:ext cx="8424862" cy="4320381"/>
          </a:xfrm>
        </p:spPr>
        <p:txBody>
          <a:bodyPr/>
          <a:lstStyle/>
          <a:p>
            <a:pPr marL="342900" indent="-342900">
              <a:buFont typeface="Arial" panose="020B0604020202020204" pitchFamily="34" charset="0"/>
              <a:buChar char="•"/>
            </a:pPr>
            <a:r>
              <a:rPr lang="en-GB" sz="2400" noProof="0" dirty="0"/>
              <a:t>The </a:t>
            </a:r>
            <a:r>
              <a:rPr lang="en-GB" sz="2400" b="1" noProof="0" dirty="0"/>
              <a:t>Java Cryptography Architecture (JCA) </a:t>
            </a:r>
            <a:r>
              <a:rPr lang="en-GB" sz="2400" noProof="0" dirty="0"/>
              <a:t>framework within the Java platform provides a set of interfaces and implementations for cryptographic services.</a:t>
            </a:r>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GB" sz="2400" noProof="0" dirty="0"/>
              <a:t>It defines a set of APIs for digital signatures, message digests, key management, and encryption/decryption, among other cryptographic operations.</a:t>
            </a:r>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GB" sz="2400" noProof="0" dirty="0"/>
              <a:t>JCA is a core part of the Java Security API and is included in the standard Java Development Kit (JDK).</a:t>
            </a:r>
          </a:p>
        </p:txBody>
      </p:sp>
      <p:pic>
        <p:nvPicPr>
          <p:cNvPr id="1026" name="Picture 2">
            <a:extLst>
              <a:ext uri="{FF2B5EF4-FFF2-40B4-BE49-F238E27FC236}">
                <a16:creationId xmlns:a16="http://schemas.microsoft.com/office/drawing/2014/main" id="{C6B53C12-079A-4A72-EAC6-A9B8A7AC9E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8408" y="2022332"/>
            <a:ext cx="1512168" cy="2813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333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E59CBD2A-13DB-4944-958F-D2CD64CE1EE2}"/>
              </a:ext>
            </a:extLst>
          </p:cNvPr>
          <p:cNvSpPr>
            <a:spLocks noGrp="1"/>
          </p:cNvSpPr>
          <p:nvPr>
            <p:ph type="title"/>
          </p:nvPr>
        </p:nvSpPr>
        <p:spPr/>
        <p:txBody>
          <a:bodyPr/>
          <a:lstStyle/>
          <a:p>
            <a:r>
              <a:rPr lang="en-GB" sz="3800" noProof="0" dirty="0"/>
              <a:t>Safety vs. Security</a:t>
            </a:r>
          </a:p>
        </p:txBody>
      </p:sp>
      <p:sp>
        <p:nvSpPr>
          <p:cNvPr id="5" name="Segnaposto testo 4">
            <a:extLst>
              <a:ext uri="{FF2B5EF4-FFF2-40B4-BE49-F238E27FC236}">
                <a16:creationId xmlns:a16="http://schemas.microsoft.com/office/drawing/2014/main" id="{75656F3B-D256-4EE6-99A3-023C0925DC03}"/>
              </a:ext>
            </a:extLst>
          </p:cNvPr>
          <p:cNvSpPr>
            <a:spLocks noGrp="1"/>
          </p:cNvSpPr>
          <p:nvPr>
            <p:ph type="body" sz="quarter" idx="11"/>
          </p:nvPr>
        </p:nvSpPr>
        <p:spPr/>
        <p:txBody>
          <a:bodyPr/>
          <a:lstStyle/>
          <a:p>
            <a:endParaRPr lang="en-GB" sz="2400" noProof="0" dirty="0"/>
          </a:p>
          <a:p>
            <a:r>
              <a:rPr lang="en-GB" sz="2400" noProof="0" dirty="0"/>
              <a:t>Safety and Security are two related but distinct concepts:</a:t>
            </a:r>
          </a:p>
          <a:p>
            <a:pPr marL="285750" indent="-285750">
              <a:buFont typeface="Arial" panose="020B0604020202020204" pitchFamily="34" charset="0"/>
              <a:buChar char="•"/>
            </a:pPr>
            <a:r>
              <a:rPr lang="en-GB" sz="2400" b="1" noProof="0" dirty="0"/>
              <a:t>Safety</a:t>
            </a:r>
            <a:r>
              <a:rPr lang="en-GB" sz="2400" noProof="0" dirty="0"/>
              <a:t> focuses on preventing </a:t>
            </a:r>
            <a:r>
              <a:rPr lang="en-GB" sz="2400" b="1" u="sng" noProof="0" dirty="0"/>
              <a:t>accidental failures</a:t>
            </a:r>
            <a:r>
              <a:rPr lang="en-GB" sz="2400" noProof="0" dirty="0"/>
              <a:t> that could harm the application or the system the program is run on. Examples are </a:t>
            </a:r>
            <a:r>
              <a:rPr lang="en-GB" sz="2400" i="1" noProof="0" dirty="0"/>
              <a:t>garbage collection, static typing, exceptions handling, thread synchronization, impossibility to handle pointers, strong encapsulation (via private, public, protected).</a:t>
            </a:r>
            <a:endParaRPr lang="en-GB" sz="2400" noProof="0" dirty="0"/>
          </a:p>
          <a:p>
            <a:pPr marL="285750" indent="-285750">
              <a:buFont typeface="Arial" panose="020B0604020202020204" pitchFamily="34" charset="0"/>
              <a:buChar char="•"/>
            </a:pPr>
            <a:r>
              <a:rPr lang="en-GB" sz="2400" b="1" noProof="0" dirty="0"/>
              <a:t>Security</a:t>
            </a:r>
            <a:r>
              <a:rPr lang="en-GB" sz="2400" noProof="0" dirty="0"/>
              <a:t>, on the other hand,</a:t>
            </a:r>
            <a:r>
              <a:rPr lang="en-GB" sz="2400" b="1" noProof="0" dirty="0"/>
              <a:t> </a:t>
            </a:r>
            <a:r>
              <a:rPr lang="en-GB" sz="2400" noProof="0" dirty="0"/>
              <a:t>focuses on protecting from </a:t>
            </a:r>
            <a:r>
              <a:rPr lang="en-GB" sz="2400" b="1" u="sng" noProof="0" dirty="0"/>
              <a:t>intentional attacks</a:t>
            </a:r>
            <a:r>
              <a:rPr lang="en-GB" sz="2400" u="sng" noProof="0" dirty="0"/>
              <a:t> </a:t>
            </a:r>
            <a:r>
              <a:rPr lang="en-GB" sz="2400" noProof="0" dirty="0"/>
              <a:t>by malicious actors.</a:t>
            </a:r>
            <a:endParaRPr lang="en-GB" sz="2400" b="1" noProof="0" dirty="0"/>
          </a:p>
        </p:txBody>
      </p:sp>
    </p:spTree>
    <p:extLst>
      <p:ext uri="{BB962C8B-B14F-4D97-AF65-F5344CB8AC3E}">
        <p14:creationId xmlns:p14="http://schemas.microsoft.com/office/powerpoint/2010/main" val="860246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74BF3B9-B2E2-EC10-B9F3-3F83DBE4F181}"/>
              </a:ext>
            </a:extLst>
          </p:cNvPr>
          <p:cNvSpPr>
            <a:spLocks noGrp="1"/>
          </p:cNvSpPr>
          <p:nvPr>
            <p:ph type="title"/>
          </p:nvPr>
        </p:nvSpPr>
        <p:spPr/>
        <p:txBody>
          <a:bodyPr/>
          <a:lstStyle/>
          <a:p>
            <a:r>
              <a:rPr lang="en-GB" sz="3800" noProof="0" dirty="0"/>
              <a:t>JCA Principles</a:t>
            </a:r>
          </a:p>
        </p:txBody>
      </p:sp>
      <p:sp>
        <p:nvSpPr>
          <p:cNvPr id="3" name="Segnaposto testo 2">
            <a:extLst>
              <a:ext uri="{FF2B5EF4-FFF2-40B4-BE49-F238E27FC236}">
                <a16:creationId xmlns:a16="http://schemas.microsoft.com/office/drawing/2014/main" id="{B12312B0-3D57-C048-EDFF-978C827C8D8E}"/>
              </a:ext>
            </a:extLst>
          </p:cNvPr>
          <p:cNvSpPr>
            <a:spLocks noGrp="1"/>
          </p:cNvSpPr>
          <p:nvPr>
            <p:ph type="body" sz="quarter" idx="11"/>
          </p:nvPr>
        </p:nvSpPr>
        <p:spPr/>
        <p:txBody>
          <a:bodyPr/>
          <a:lstStyle/>
          <a:p>
            <a:pPr marL="457200" indent="-457200">
              <a:buFont typeface="+mj-lt"/>
              <a:buAutoNum type="arabicPeriod"/>
            </a:pPr>
            <a:r>
              <a:rPr lang="en-GB" sz="2400" b="1" u="sng" noProof="0" dirty="0"/>
              <a:t>Implementation independence</a:t>
            </a:r>
            <a:r>
              <a:rPr lang="en-GB" sz="2400" noProof="0" dirty="0"/>
              <a:t>: Applications do not need to implement security algorithms. Rather, they can request security services from the Java platform. Security services are implemented in </a:t>
            </a:r>
            <a:r>
              <a:rPr lang="en-GB" sz="2400" i="1" noProof="0" dirty="0"/>
              <a:t>providers</a:t>
            </a:r>
            <a:r>
              <a:rPr lang="en-GB" sz="2400" noProof="0" dirty="0"/>
              <a:t>, which are plugged into the Java platform via a standard interface.</a:t>
            </a:r>
          </a:p>
          <a:p>
            <a:pPr marL="457200" indent="-457200">
              <a:buFont typeface="+mj-lt"/>
              <a:buAutoNum type="arabicPeriod"/>
            </a:pPr>
            <a:endParaRPr lang="en-GB" sz="2400" noProof="0" dirty="0"/>
          </a:p>
          <a:p>
            <a:pPr marL="457200" indent="-457200">
              <a:buFont typeface="+mj-lt"/>
              <a:buAutoNum type="arabicPeriod"/>
            </a:pPr>
            <a:r>
              <a:rPr lang="en-GB" sz="2400" b="1" u="sng" noProof="0" dirty="0"/>
              <a:t>Implementation interoperability</a:t>
            </a:r>
            <a:r>
              <a:rPr lang="en-GB" sz="2400" noProof="0" dirty="0"/>
              <a:t>: Providers are interoperable across applications. Specifically, an application is not bound to a specific provider, and a provider is not bound to a specific application.</a:t>
            </a:r>
          </a:p>
          <a:p>
            <a:pPr marL="457200" indent="-457200">
              <a:buFont typeface="+mj-lt"/>
              <a:buAutoNum type="arabicPeriod"/>
            </a:pPr>
            <a:endParaRPr lang="en-GB" sz="2400" noProof="0" dirty="0"/>
          </a:p>
          <a:p>
            <a:pPr marL="457200" indent="-457200">
              <a:buFont typeface="+mj-lt"/>
              <a:buAutoNum type="arabicPeriod"/>
            </a:pPr>
            <a:r>
              <a:rPr lang="en-GB" sz="2400" b="1" u="sng" noProof="0" dirty="0"/>
              <a:t>Algorithm extensibility</a:t>
            </a:r>
            <a:r>
              <a:rPr lang="en-GB" sz="2400" noProof="0" dirty="0"/>
              <a:t>: The Java platform includes some built-in providers that implement a basic set of security services that are widely used today, but the Java platform supports the installation of custom providers.</a:t>
            </a:r>
          </a:p>
        </p:txBody>
      </p:sp>
    </p:spTree>
    <p:extLst>
      <p:ext uri="{BB962C8B-B14F-4D97-AF65-F5344CB8AC3E}">
        <p14:creationId xmlns:p14="http://schemas.microsoft.com/office/powerpoint/2010/main" val="4046814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554674-F39D-408D-BF8B-86975693C2B2}"/>
              </a:ext>
            </a:extLst>
          </p:cNvPr>
          <p:cNvSpPr>
            <a:spLocks noGrp="1"/>
          </p:cNvSpPr>
          <p:nvPr>
            <p:ph type="title"/>
          </p:nvPr>
        </p:nvSpPr>
        <p:spPr/>
        <p:txBody>
          <a:bodyPr/>
          <a:lstStyle/>
          <a:p>
            <a:r>
              <a:rPr lang="en-GB" sz="3800" noProof="0" dirty="0"/>
              <a:t>How JCA works</a:t>
            </a:r>
          </a:p>
        </p:txBody>
      </p:sp>
      <p:pic>
        <p:nvPicPr>
          <p:cNvPr id="4" name="Immagine 3">
            <a:extLst>
              <a:ext uri="{FF2B5EF4-FFF2-40B4-BE49-F238E27FC236}">
                <a16:creationId xmlns:a16="http://schemas.microsoft.com/office/drawing/2014/main" id="{74CD6669-516F-4D29-7C28-40A3C883DEA7}"/>
              </a:ext>
            </a:extLst>
          </p:cNvPr>
          <p:cNvPicPr>
            <a:picLocks noChangeAspect="1"/>
          </p:cNvPicPr>
          <p:nvPr/>
        </p:nvPicPr>
        <p:blipFill>
          <a:blip r:embed="rId2"/>
          <a:stretch>
            <a:fillRect/>
          </a:stretch>
        </p:blipFill>
        <p:spPr>
          <a:xfrm>
            <a:off x="695400" y="2095500"/>
            <a:ext cx="4572000" cy="2667000"/>
          </a:xfrm>
          <a:prstGeom prst="rect">
            <a:avLst/>
          </a:prstGeom>
        </p:spPr>
      </p:pic>
      <p:pic>
        <p:nvPicPr>
          <p:cNvPr id="5" name="Immagine 4">
            <a:extLst>
              <a:ext uri="{FF2B5EF4-FFF2-40B4-BE49-F238E27FC236}">
                <a16:creationId xmlns:a16="http://schemas.microsoft.com/office/drawing/2014/main" id="{F2775626-07A6-FB98-6774-BF2D0D8FF3D6}"/>
              </a:ext>
            </a:extLst>
          </p:cNvPr>
          <p:cNvPicPr>
            <a:picLocks noChangeAspect="1"/>
          </p:cNvPicPr>
          <p:nvPr/>
        </p:nvPicPr>
        <p:blipFill>
          <a:blip r:embed="rId3"/>
          <a:stretch>
            <a:fillRect/>
          </a:stretch>
        </p:blipFill>
        <p:spPr>
          <a:xfrm>
            <a:off x="6924602" y="1700808"/>
            <a:ext cx="4762500" cy="3819525"/>
          </a:xfrm>
          <a:prstGeom prst="rect">
            <a:avLst/>
          </a:prstGeom>
        </p:spPr>
      </p:pic>
      <p:sp>
        <p:nvSpPr>
          <p:cNvPr id="7" name="Parentesi graffa chiusa 6">
            <a:extLst>
              <a:ext uri="{FF2B5EF4-FFF2-40B4-BE49-F238E27FC236}">
                <a16:creationId xmlns:a16="http://schemas.microsoft.com/office/drawing/2014/main" id="{9B6C9AE9-3B4E-F307-2B4B-218F970CC798}"/>
              </a:ext>
            </a:extLst>
          </p:cNvPr>
          <p:cNvSpPr/>
          <p:nvPr/>
        </p:nvSpPr>
        <p:spPr>
          <a:xfrm>
            <a:off x="10302612" y="2697685"/>
            <a:ext cx="360040" cy="1462629"/>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noProof="0" dirty="0"/>
          </a:p>
        </p:txBody>
      </p:sp>
      <p:sp>
        <p:nvSpPr>
          <p:cNvPr id="8" name="Parentesi graffa chiusa 7">
            <a:extLst>
              <a:ext uri="{FF2B5EF4-FFF2-40B4-BE49-F238E27FC236}">
                <a16:creationId xmlns:a16="http://schemas.microsoft.com/office/drawing/2014/main" id="{62F6BA41-5D36-A189-1F69-F290F16B8FD0}"/>
              </a:ext>
            </a:extLst>
          </p:cNvPr>
          <p:cNvSpPr/>
          <p:nvPr/>
        </p:nvSpPr>
        <p:spPr>
          <a:xfrm rot="5400000">
            <a:off x="8625212" y="3980247"/>
            <a:ext cx="417970" cy="3714268"/>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noProof="0" dirty="0"/>
          </a:p>
        </p:txBody>
      </p:sp>
      <p:sp>
        <p:nvSpPr>
          <p:cNvPr id="10" name="CasellaDiTesto 9">
            <a:extLst>
              <a:ext uri="{FF2B5EF4-FFF2-40B4-BE49-F238E27FC236}">
                <a16:creationId xmlns:a16="http://schemas.microsoft.com/office/drawing/2014/main" id="{32F430B6-69E3-20B9-5EE3-1E684052C992}"/>
              </a:ext>
            </a:extLst>
          </p:cNvPr>
          <p:cNvSpPr txBox="1"/>
          <p:nvPr/>
        </p:nvSpPr>
        <p:spPr>
          <a:xfrm>
            <a:off x="10691331" y="3105833"/>
            <a:ext cx="1309325" cy="646331"/>
          </a:xfrm>
          <a:prstGeom prst="rect">
            <a:avLst/>
          </a:prstGeom>
          <a:noFill/>
        </p:spPr>
        <p:txBody>
          <a:bodyPr wrap="square" rtlCol="0">
            <a:spAutoFit/>
          </a:bodyPr>
          <a:lstStyle/>
          <a:p>
            <a:r>
              <a:rPr lang="en-GB" b="1" noProof="0" dirty="0">
                <a:solidFill>
                  <a:srgbClr val="FF0000"/>
                </a:solidFill>
              </a:rPr>
              <a:t>Engine Class</a:t>
            </a:r>
          </a:p>
        </p:txBody>
      </p:sp>
      <p:sp>
        <p:nvSpPr>
          <p:cNvPr id="11" name="CasellaDiTesto 10">
            <a:extLst>
              <a:ext uri="{FF2B5EF4-FFF2-40B4-BE49-F238E27FC236}">
                <a16:creationId xmlns:a16="http://schemas.microsoft.com/office/drawing/2014/main" id="{A31BBF44-DD1C-3477-6FC1-83E97125E0E0}"/>
              </a:ext>
            </a:extLst>
          </p:cNvPr>
          <p:cNvSpPr txBox="1"/>
          <p:nvPr/>
        </p:nvSpPr>
        <p:spPr>
          <a:xfrm>
            <a:off x="8297250" y="6154429"/>
            <a:ext cx="1309325" cy="369332"/>
          </a:xfrm>
          <a:prstGeom prst="rect">
            <a:avLst/>
          </a:prstGeom>
          <a:noFill/>
        </p:spPr>
        <p:txBody>
          <a:bodyPr wrap="square" rtlCol="0">
            <a:spAutoFit/>
          </a:bodyPr>
          <a:lstStyle/>
          <a:p>
            <a:r>
              <a:rPr lang="en-GB" b="1" noProof="0" dirty="0">
                <a:solidFill>
                  <a:srgbClr val="FF0000"/>
                </a:solidFill>
              </a:rPr>
              <a:t>Providers</a:t>
            </a:r>
          </a:p>
        </p:txBody>
      </p:sp>
    </p:spTree>
    <p:extLst>
      <p:ext uri="{BB962C8B-B14F-4D97-AF65-F5344CB8AC3E}">
        <p14:creationId xmlns:p14="http://schemas.microsoft.com/office/powerpoint/2010/main" val="1713961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FDFC96-D239-7B2C-BA49-633DF9A6E3C8}"/>
              </a:ext>
            </a:extLst>
          </p:cNvPr>
          <p:cNvSpPr>
            <a:spLocks noGrp="1"/>
          </p:cNvSpPr>
          <p:nvPr>
            <p:ph type="title"/>
          </p:nvPr>
        </p:nvSpPr>
        <p:spPr/>
        <p:txBody>
          <a:bodyPr/>
          <a:lstStyle/>
          <a:p>
            <a:r>
              <a:rPr lang="en-GB" sz="3800" noProof="0" dirty="0"/>
              <a:t>Cryptographic Service Provider (CSP)</a:t>
            </a:r>
          </a:p>
        </p:txBody>
      </p:sp>
      <p:sp>
        <p:nvSpPr>
          <p:cNvPr id="3" name="Segnaposto testo 2">
            <a:extLst>
              <a:ext uri="{FF2B5EF4-FFF2-40B4-BE49-F238E27FC236}">
                <a16:creationId xmlns:a16="http://schemas.microsoft.com/office/drawing/2014/main" id="{99D8929C-5AC4-BF56-AD0B-2CB3CC114455}"/>
              </a:ext>
            </a:extLst>
          </p:cNvPr>
          <p:cNvSpPr>
            <a:spLocks noGrp="1"/>
          </p:cNvSpPr>
          <p:nvPr>
            <p:ph type="body" sz="quarter" idx="11"/>
          </p:nvPr>
        </p:nvSpPr>
        <p:spPr/>
        <p:txBody>
          <a:bodyPr/>
          <a:lstStyle/>
          <a:p>
            <a:pPr marL="342900" indent="-342900">
              <a:buFont typeface="Arial" panose="020B0604020202020204" pitchFamily="34" charset="0"/>
              <a:buChar char="•"/>
            </a:pPr>
            <a:r>
              <a:rPr lang="en-GB" sz="2400" noProof="0" dirty="0"/>
              <a:t>The term </a:t>
            </a:r>
            <a:r>
              <a:rPr lang="en-GB" sz="2400" i="1" noProof="0" dirty="0"/>
              <a:t>Cryptographic Service Provider </a:t>
            </a:r>
            <a:r>
              <a:rPr lang="en-GB" sz="2400" noProof="0" dirty="0"/>
              <a:t>(CSP) refers to a package or set of packages that implement one or more cryptographic services.</a:t>
            </a:r>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GB" sz="2400" noProof="0" dirty="0"/>
              <a:t>Each JDK installation has one or more providers installed and configured by default. Additional providers may be added statically or dynamically.</a:t>
            </a:r>
          </a:p>
          <a:p>
            <a:endParaRPr lang="en-GB" sz="2400" noProof="0" dirty="0"/>
          </a:p>
          <a:p>
            <a:endParaRPr lang="en-GB" sz="2400" noProof="0" dirty="0"/>
          </a:p>
          <a:p>
            <a:pPr algn="ctr"/>
            <a:r>
              <a:rPr kumimoji="0" lang="en-GB" sz="2400" b="0"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mn-cs"/>
              </a:rPr>
              <a:t>Java.security.Provider</a:t>
            </a:r>
            <a:endParaRPr lang="en-GB" sz="2400" noProof="0" dirty="0"/>
          </a:p>
          <a:p>
            <a:endParaRPr lang="en-GB" sz="2400" noProof="0" dirty="0"/>
          </a:p>
          <a:p>
            <a:endParaRPr lang="en-GB" sz="2400" noProof="0" dirty="0"/>
          </a:p>
        </p:txBody>
      </p:sp>
    </p:spTree>
    <p:extLst>
      <p:ext uri="{BB962C8B-B14F-4D97-AF65-F5344CB8AC3E}">
        <p14:creationId xmlns:p14="http://schemas.microsoft.com/office/powerpoint/2010/main" val="3745315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9F51393-70D0-CF81-45B7-FF935C13404E}"/>
              </a:ext>
            </a:extLst>
          </p:cNvPr>
          <p:cNvSpPr>
            <a:spLocks noGrp="1"/>
          </p:cNvSpPr>
          <p:nvPr>
            <p:ph type="title"/>
          </p:nvPr>
        </p:nvSpPr>
        <p:spPr/>
        <p:txBody>
          <a:bodyPr/>
          <a:lstStyle/>
          <a:p>
            <a:r>
              <a:rPr lang="en-GB" sz="3800" noProof="0" dirty="0"/>
              <a:t>Built-in providers</a:t>
            </a:r>
          </a:p>
        </p:txBody>
      </p:sp>
      <p:pic>
        <p:nvPicPr>
          <p:cNvPr id="5" name="Immagine 4">
            <a:extLst>
              <a:ext uri="{FF2B5EF4-FFF2-40B4-BE49-F238E27FC236}">
                <a16:creationId xmlns:a16="http://schemas.microsoft.com/office/drawing/2014/main" id="{B6F991E3-B0C8-60D7-E5D8-E0275E8EC7DF}"/>
              </a:ext>
            </a:extLst>
          </p:cNvPr>
          <p:cNvPicPr>
            <a:picLocks noChangeAspect="1"/>
          </p:cNvPicPr>
          <p:nvPr/>
        </p:nvPicPr>
        <p:blipFill>
          <a:blip r:embed="rId2"/>
          <a:stretch>
            <a:fillRect/>
          </a:stretch>
        </p:blipFill>
        <p:spPr>
          <a:xfrm>
            <a:off x="2639616" y="1172357"/>
            <a:ext cx="7161404" cy="2231052"/>
          </a:xfrm>
          <a:prstGeom prst="rect">
            <a:avLst/>
          </a:prstGeom>
        </p:spPr>
      </p:pic>
      <p:pic>
        <p:nvPicPr>
          <p:cNvPr id="7" name="Immagine 6">
            <a:extLst>
              <a:ext uri="{FF2B5EF4-FFF2-40B4-BE49-F238E27FC236}">
                <a16:creationId xmlns:a16="http://schemas.microsoft.com/office/drawing/2014/main" id="{EBC3AB47-A15F-B53D-3891-04C10C7DB79A}"/>
              </a:ext>
            </a:extLst>
          </p:cNvPr>
          <p:cNvPicPr>
            <a:picLocks noChangeAspect="1"/>
          </p:cNvPicPr>
          <p:nvPr/>
        </p:nvPicPr>
        <p:blipFill>
          <a:blip r:embed="rId3"/>
          <a:stretch>
            <a:fillRect/>
          </a:stretch>
        </p:blipFill>
        <p:spPr>
          <a:xfrm>
            <a:off x="668667" y="3573016"/>
            <a:ext cx="11103302" cy="3025402"/>
          </a:xfrm>
          <a:prstGeom prst="rect">
            <a:avLst/>
          </a:prstGeom>
        </p:spPr>
      </p:pic>
    </p:spTree>
    <p:extLst>
      <p:ext uri="{BB962C8B-B14F-4D97-AF65-F5344CB8AC3E}">
        <p14:creationId xmlns:p14="http://schemas.microsoft.com/office/powerpoint/2010/main" val="4110298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045A587-3D71-9F1D-93B5-D40362AC4AC7}"/>
              </a:ext>
            </a:extLst>
          </p:cNvPr>
          <p:cNvSpPr>
            <a:spLocks noGrp="1"/>
          </p:cNvSpPr>
          <p:nvPr>
            <p:ph type="title"/>
          </p:nvPr>
        </p:nvSpPr>
        <p:spPr/>
        <p:txBody>
          <a:bodyPr/>
          <a:lstStyle/>
          <a:p>
            <a:r>
              <a:rPr lang="en-GB" sz="3800" noProof="0" dirty="0"/>
              <a:t>How Providers work</a:t>
            </a:r>
          </a:p>
        </p:txBody>
      </p:sp>
      <p:pic>
        <p:nvPicPr>
          <p:cNvPr id="4" name="Immagine 3">
            <a:extLst>
              <a:ext uri="{FF2B5EF4-FFF2-40B4-BE49-F238E27FC236}">
                <a16:creationId xmlns:a16="http://schemas.microsoft.com/office/drawing/2014/main" id="{2DD099A8-D593-1290-2649-E42E305B7ABE}"/>
              </a:ext>
            </a:extLst>
          </p:cNvPr>
          <p:cNvPicPr>
            <a:picLocks noChangeAspect="1"/>
          </p:cNvPicPr>
          <p:nvPr/>
        </p:nvPicPr>
        <p:blipFill>
          <a:blip r:embed="rId2"/>
          <a:stretch>
            <a:fillRect/>
          </a:stretch>
        </p:blipFill>
        <p:spPr>
          <a:xfrm>
            <a:off x="1127448" y="1412776"/>
            <a:ext cx="4613276" cy="4825812"/>
          </a:xfrm>
          <a:prstGeom prst="rect">
            <a:avLst/>
          </a:prstGeom>
        </p:spPr>
      </p:pic>
      <p:pic>
        <p:nvPicPr>
          <p:cNvPr id="5" name="Immagine 4">
            <a:extLst>
              <a:ext uri="{FF2B5EF4-FFF2-40B4-BE49-F238E27FC236}">
                <a16:creationId xmlns:a16="http://schemas.microsoft.com/office/drawing/2014/main" id="{8E2635BD-934B-0443-EB5A-3B42F5EB9F69}"/>
              </a:ext>
            </a:extLst>
          </p:cNvPr>
          <p:cNvPicPr>
            <a:picLocks noChangeAspect="1"/>
          </p:cNvPicPr>
          <p:nvPr/>
        </p:nvPicPr>
        <p:blipFill>
          <a:blip r:embed="rId3"/>
          <a:stretch>
            <a:fillRect/>
          </a:stretch>
        </p:blipFill>
        <p:spPr>
          <a:xfrm>
            <a:off x="5879976" y="1412775"/>
            <a:ext cx="5184576" cy="4845633"/>
          </a:xfrm>
          <a:prstGeom prst="rect">
            <a:avLst/>
          </a:prstGeom>
        </p:spPr>
      </p:pic>
    </p:spTree>
    <p:extLst>
      <p:ext uri="{BB962C8B-B14F-4D97-AF65-F5344CB8AC3E}">
        <p14:creationId xmlns:p14="http://schemas.microsoft.com/office/powerpoint/2010/main" val="22295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4BAA90-5070-655B-3A20-DB5D09C7DFA7}"/>
              </a:ext>
            </a:extLst>
          </p:cNvPr>
          <p:cNvSpPr>
            <a:spLocks noGrp="1"/>
          </p:cNvSpPr>
          <p:nvPr>
            <p:ph type="title"/>
          </p:nvPr>
        </p:nvSpPr>
        <p:spPr/>
        <p:txBody>
          <a:bodyPr/>
          <a:lstStyle/>
          <a:p>
            <a:r>
              <a:rPr lang="en-GB" sz="3800" noProof="0" dirty="0"/>
              <a:t>How to request services</a:t>
            </a:r>
          </a:p>
        </p:txBody>
      </p:sp>
      <p:sp>
        <p:nvSpPr>
          <p:cNvPr id="3" name="Segnaposto testo 2">
            <a:extLst>
              <a:ext uri="{FF2B5EF4-FFF2-40B4-BE49-F238E27FC236}">
                <a16:creationId xmlns:a16="http://schemas.microsoft.com/office/drawing/2014/main" id="{FDE99D95-2232-2BA6-697B-9FD4B3204A4B}"/>
              </a:ext>
            </a:extLst>
          </p:cNvPr>
          <p:cNvSpPr>
            <a:spLocks noGrp="1"/>
          </p:cNvSpPr>
          <p:nvPr>
            <p:ph type="body" sz="quarter" idx="11"/>
          </p:nvPr>
        </p:nvSpPr>
        <p:spPr>
          <a:xfrm>
            <a:off x="527051" y="1412875"/>
            <a:ext cx="11233149" cy="4680421"/>
          </a:xfrm>
        </p:spPr>
        <p:txBody>
          <a:bodyPr/>
          <a:lstStyle/>
          <a:p>
            <a:r>
              <a:rPr lang="en-GB" sz="2000" noProof="0" dirty="0">
                <a:highlight>
                  <a:srgbClr val="C0C0C0"/>
                </a:highlight>
                <a:latin typeface="Courier New" panose="02070309020205020404" pitchFamily="49" charset="0"/>
              </a:rPr>
              <a:t>static EngineClassName getInstance(String algorithm)</a:t>
            </a:r>
          </a:p>
          <a:p>
            <a:r>
              <a:rPr lang="en-GB" sz="2000" noProof="0" dirty="0">
                <a:highlight>
                  <a:srgbClr val="C0C0C0"/>
                </a:highlight>
                <a:latin typeface="Courier New" panose="02070309020205020404" pitchFamily="49" charset="0"/>
              </a:rPr>
              <a:t>    throws NoSuchAlgorithmException</a:t>
            </a:r>
          </a:p>
          <a:p>
            <a:endParaRPr lang="en-GB" sz="2000" noProof="0" dirty="0">
              <a:highlight>
                <a:srgbClr val="C0C0C0"/>
              </a:highlight>
              <a:latin typeface="Courier New" panose="02070309020205020404" pitchFamily="49" charset="0"/>
            </a:endParaRPr>
          </a:p>
          <a:p>
            <a:r>
              <a:rPr lang="en-GB" sz="2000" noProof="0" dirty="0">
                <a:highlight>
                  <a:srgbClr val="C0C0C0"/>
                </a:highlight>
                <a:latin typeface="Courier New" panose="02070309020205020404" pitchFamily="49" charset="0"/>
              </a:rPr>
              <a:t>static EngineClassName getInstance(String algorithm, String provider)</a:t>
            </a:r>
          </a:p>
          <a:p>
            <a:r>
              <a:rPr lang="en-GB" sz="2000" noProof="0" dirty="0">
                <a:highlight>
                  <a:srgbClr val="C0C0C0"/>
                </a:highlight>
                <a:latin typeface="Courier New" panose="02070309020205020404" pitchFamily="49" charset="0"/>
              </a:rPr>
              <a:t>    throws NoSuchAlgorithmException, NoSuchProviderException</a:t>
            </a:r>
          </a:p>
          <a:p>
            <a:endParaRPr lang="en-GB" sz="2000" noProof="0" dirty="0">
              <a:highlight>
                <a:srgbClr val="C0C0C0"/>
              </a:highlight>
              <a:latin typeface="Courier New" panose="02070309020205020404" pitchFamily="49" charset="0"/>
            </a:endParaRPr>
          </a:p>
          <a:p>
            <a:r>
              <a:rPr lang="en-GB" sz="2000" noProof="0" dirty="0">
                <a:highlight>
                  <a:srgbClr val="C0C0C0"/>
                </a:highlight>
                <a:latin typeface="Courier New" panose="02070309020205020404" pitchFamily="49" charset="0"/>
              </a:rPr>
              <a:t>static EngineClassName getInstance(String algorithm, Provider provider)</a:t>
            </a:r>
          </a:p>
          <a:p>
            <a:r>
              <a:rPr lang="en-GB" sz="2000" noProof="0" dirty="0">
                <a:highlight>
                  <a:srgbClr val="C0C0C0"/>
                </a:highlight>
                <a:latin typeface="Courier New" panose="02070309020205020404" pitchFamily="49" charset="0"/>
              </a:rPr>
              <a:t>    throws NoSuchAlgorithmException</a:t>
            </a:r>
          </a:p>
          <a:p>
            <a:endParaRPr lang="en-GB" noProof="0" dirty="0"/>
          </a:p>
          <a:p>
            <a:r>
              <a:rPr lang="en-GB" noProof="0" dirty="0"/>
              <a:t>where EngineClassName is the desired engine type (for example, Signature, MessageDigest, or Cipher). For example:</a:t>
            </a:r>
          </a:p>
          <a:p>
            <a:endParaRPr lang="en-GB" noProof="0" dirty="0"/>
          </a:p>
          <a:p>
            <a:r>
              <a:rPr lang="en-GB" sz="2000" noProof="0" dirty="0">
                <a:highlight>
                  <a:srgbClr val="C0C0C0"/>
                </a:highlight>
                <a:latin typeface="Courier New" panose="02070309020205020404" pitchFamily="49" charset="0"/>
              </a:rPr>
              <a:t>Signature sig = Signature.getInstance("SHA256withRSA");</a:t>
            </a:r>
          </a:p>
          <a:p>
            <a:r>
              <a:rPr lang="en-GB" sz="2000" noProof="0" dirty="0">
                <a:highlight>
                  <a:srgbClr val="C0C0C0"/>
                </a:highlight>
                <a:latin typeface="Courier New" panose="02070309020205020404" pitchFamily="49" charset="0"/>
              </a:rPr>
              <a:t>KeyAgreement ka = KeyAgreement.getInstance("DH");</a:t>
            </a:r>
          </a:p>
        </p:txBody>
      </p:sp>
    </p:spTree>
    <p:extLst>
      <p:ext uri="{BB962C8B-B14F-4D97-AF65-F5344CB8AC3E}">
        <p14:creationId xmlns:p14="http://schemas.microsoft.com/office/powerpoint/2010/main" val="3794507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A12B990-6445-8275-AAB2-2F2A733A5457}"/>
              </a:ext>
            </a:extLst>
          </p:cNvPr>
          <p:cNvSpPr>
            <a:spLocks noGrp="1"/>
          </p:cNvSpPr>
          <p:nvPr>
            <p:ph type="title"/>
          </p:nvPr>
        </p:nvSpPr>
        <p:spPr>
          <a:xfrm>
            <a:off x="527050" y="380269"/>
            <a:ext cx="10681517" cy="792088"/>
          </a:xfrm>
        </p:spPr>
        <p:txBody>
          <a:bodyPr/>
          <a:lstStyle/>
          <a:p>
            <a:r>
              <a:rPr lang="it-IT" sz="3800" dirty="0" err="1"/>
              <a:t>What</a:t>
            </a:r>
            <a:r>
              <a:rPr lang="it-IT" sz="3800" dirty="0"/>
              <a:t> services (</a:t>
            </a:r>
            <a:r>
              <a:rPr lang="it-IT" sz="3800" dirty="0" err="1"/>
              <a:t>engine</a:t>
            </a:r>
            <a:r>
              <a:rPr lang="it-IT" sz="3800" dirty="0"/>
              <a:t> classes) can </a:t>
            </a:r>
            <a:r>
              <a:rPr lang="it-IT" sz="3800" dirty="0" err="1"/>
              <a:t>we</a:t>
            </a:r>
            <a:r>
              <a:rPr lang="it-IT" sz="3800" dirty="0"/>
              <a:t> </a:t>
            </a:r>
            <a:r>
              <a:rPr lang="it-IT" sz="3800" dirty="0" err="1"/>
              <a:t>request</a:t>
            </a:r>
            <a:r>
              <a:rPr lang="it-IT" sz="3800" dirty="0"/>
              <a:t>?</a:t>
            </a:r>
          </a:p>
        </p:txBody>
      </p:sp>
      <p:sp>
        <p:nvSpPr>
          <p:cNvPr id="3" name="Segnaposto testo 2">
            <a:extLst>
              <a:ext uri="{FF2B5EF4-FFF2-40B4-BE49-F238E27FC236}">
                <a16:creationId xmlns:a16="http://schemas.microsoft.com/office/drawing/2014/main" id="{F11AEFD2-0D33-C346-D662-1A4C30569064}"/>
              </a:ext>
            </a:extLst>
          </p:cNvPr>
          <p:cNvSpPr>
            <a:spLocks noGrp="1"/>
          </p:cNvSpPr>
          <p:nvPr>
            <p:ph type="body" sz="quarter" idx="11"/>
          </p:nvPr>
        </p:nvSpPr>
        <p:spPr>
          <a:xfrm>
            <a:off x="527051" y="1700907"/>
            <a:ext cx="5568949" cy="4320381"/>
          </a:xfrm>
        </p:spPr>
        <p:txBody>
          <a:bodyPr/>
          <a:lstStyle/>
          <a:p>
            <a:pPr marL="285750" indent="-285750">
              <a:buFont typeface="Arial" panose="020B0604020202020204" pitchFamily="34" charset="0"/>
              <a:buChar char="•"/>
            </a:pPr>
            <a:r>
              <a:rPr lang="en-US" sz="2400" dirty="0">
                <a:solidFill>
                  <a:srgbClr val="FF0000"/>
                </a:solidFill>
              </a:rPr>
              <a:t>SecureRandom</a:t>
            </a:r>
          </a:p>
          <a:p>
            <a:pPr marL="285750" indent="-285750">
              <a:buFont typeface="Arial" panose="020B0604020202020204" pitchFamily="34" charset="0"/>
              <a:buChar char="•"/>
            </a:pPr>
            <a:r>
              <a:rPr lang="en-US" sz="2400" dirty="0">
                <a:solidFill>
                  <a:srgbClr val="FF0000"/>
                </a:solidFill>
              </a:rPr>
              <a:t>MessageDigest</a:t>
            </a:r>
          </a:p>
          <a:p>
            <a:pPr marL="285750" indent="-285750">
              <a:buFont typeface="Arial" panose="020B0604020202020204" pitchFamily="34" charset="0"/>
              <a:buChar char="•"/>
            </a:pPr>
            <a:r>
              <a:rPr lang="en-US" sz="2400" dirty="0"/>
              <a:t>Signature</a:t>
            </a:r>
          </a:p>
          <a:p>
            <a:pPr marL="285750" indent="-285750">
              <a:buFont typeface="Arial" panose="020B0604020202020204" pitchFamily="34" charset="0"/>
              <a:buChar char="•"/>
            </a:pPr>
            <a:r>
              <a:rPr lang="en-US" sz="2400" dirty="0">
                <a:solidFill>
                  <a:srgbClr val="FF0000"/>
                </a:solidFill>
              </a:rPr>
              <a:t>Cipher</a:t>
            </a:r>
          </a:p>
          <a:p>
            <a:pPr marL="285750" indent="-285750">
              <a:buFont typeface="Arial" panose="020B0604020202020204" pitchFamily="34" charset="0"/>
              <a:buChar char="•"/>
            </a:pPr>
            <a:r>
              <a:rPr lang="en-US" sz="2400" dirty="0">
                <a:solidFill>
                  <a:srgbClr val="FF0000"/>
                </a:solidFill>
              </a:rPr>
              <a:t>Mac</a:t>
            </a:r>
          </a:p>
          <a:p>
            <a:pPr marL="285750" indent="-285750">
              <a:buFont typeface="Arial" panose="020B0604020202020204" pitchFamily="34" charset="0"/>
              <a:buChar char="•"/>
            </a:pPr>
            <a:r>
              <a:rPr lang="en-US" sz="2400" dirty="0" err="1"/>
              <a:t>KeyFactory</a:t>
            </a:r>
            <a:endParaRPr lang="en-US" sz="2400" dirty="0"/>
          </a:p>
          <a:p>
            <a:pPr marL="285750" indent="-285750">
              <a:buFont typeface="Arial" panose="020B0604020202020204" pitchFamily="34" charset="0"/>
              <a:buChar char="•"/>
            </a:pPr>
            <a:r>
              <a:rPr lang="en-US" sz="2400" dirty="0" err="1"/>
              <a:t>SecretKeyFactory</a:t>
            </a:r>
            <a:endParaRPr lang="en-US" sz="2400" dirty="0"/>
          </a:p>
          <a:p>
            <a:pPr marL="285750" indent="-285750">
              <a:buFont typeface="Arial" panose="020B0604020202020204" pitchFamily="34" charset="0"/>
              <a:buChar char="•"/>
            </a:pPr>
            <a:r>
              <a:rPr lang="en-US" sz="2400" dirty="0" err="1"/>
              <a:t>KeyPairGenerator</a:t>
            </a:r>
            <a:endParaRPr lang="en-US" sz="2400" dirty="0"/>
          </a:p>
          <a:p>
            <a:pPr marL="285750" indent="-285750">
              <a:buFont typeface="Arial" panose="020B0604020202020204" pitchFamily="34" charset="0"/>
              <a:buChar char="•"/>
            </a:pPr>
            <a:r>
              <a:rPr lang="en-US" sz="2400" dirty="0" err="1">
                <a:solidFill>
                  <a:srgbClr val="FF0000"/>
                </a:solidFill>
              </a:rPr>
              <a:t>KeyGenerator</a:t>
            </a:r>
            <a:endParaRPr lang="en-US" sz="2400" dirty="0">
              <a:solidFill>
                <a:srgbClr val="FF0000"/>
              </a:solidFill>
            </a:endParaRPr>
          </a:p>
        </p:txBody>
      </p:sp>
      <p:sp>
        <p:nvSpPr>
          <p:cNvPr id="4" name="Segnaposto testo 2">
            <a:extLst>
              <a:ext uri="{FF2B5EF4-FFF2-40B4-BE49-F238E27FC236}">
                <a16:creationId xmlns:a16="http://schemas.microsoft.com/office/drawing/2014/main" id="{9D497E1A-BF8B-44C7-93DE-1AC014AC2B72}"/>
              </a:ext>
            </a:extLst>
          </p:cNvPr>
          <p:cNvSpPr txBox="1">
            <a:spLocks/>
          </p:cNvSpPr>
          <p:nvPr/>
        </p:nvSpPr>
        <p:spPr>
          <a:xfrm>
            <a:off x="6167438" y="1772915"/>
            <a:ext cx="5568949" cy="4320381"/>
          </a:xfrm>
          <a:prstGeom prst="rect">
            <a:avLst/>
          </a:prstGeom>
        </p:spPr>
        <p:txBody>
          <a:bodyPr/>
          <a:lstStyle>
            <a:lvl1pPr marL="0" indent="0" algn="l" defTabSz="914400" rtl="0" eaLnBrk="1" latinLnBrk="0" hangingPunct="1">
              <a:spcBef>
                <a:spcPct val="20000"/>
              </a:spcBef>
              <a:buFont typeface="Arial" panose="020B0604020202020204" pitchFamily="34" charset="0"/>
              <a:buNone/>
              <a:defRPr sz="18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2400" dirty="0"/>
              <a:t>KeyAgreement</a:t>
            </a:r>
          </a:p>
          <a:p>
            <a:pPr marL="285750" indent="-285750">
              <a:buFont typeface="Arial" panose="020B0604020202020204" pitchFamily="34" charset="0"/>
              <a:buChar char="•"/>
            </a:pPr>
            <a:r>
              <a:rPr lang="en-US" sz="2400" dirty="0" err="1">
                <a:solidFill>
                  <a:srgbClr val="FF0000"/>
                </a:solidFill>
              </a:rPr>
              <a:t>AlgorithmParameters</a:t>
            </a:r>
            <a:endParaRPr lang="en-US" sz="2400" dirty="0">
              <a:solidFill>
                <a:srgbClr val="FF0000"/>
              </a:solidFill>
            </a:endParaRPr>
          </a:p>
          <a:p>
            <a:pPr marL="285750" indent="-285750">
              <a:buFont typeface="Arial" panose="020B0604020202020204" pitchFamily="34" charset="0"/>
              <a:buChar char="•"/>
            </a:pPr>
            <a:r>
              <a:rPr lang="en-US" sz="2400" dirty="0" err="1">
                <a:solidFill>
                  <a:srgbClr val="FF0000"/>
                </a:solidFill>
              </a:rPr>
              <a:t>AlgorithmParameterGenerator</a:t>
            </a:r>
            <a:endParaRPr lang="en-US" sz="2400" dirty="0">
              <a:solidFill>
                <a:srgbClr val="FF0000"/>
              </a:solidFill>
            </a:endParaRPr>
          </a:p>
          <a:p>
            <a:pPr marL="285750" indent="-285750">
              <a:buFont typeface="Arial" panose="020B0604020202020204" pitchFamily="34" charset="0"/>
              <a:buChar char="•"/>
            </a:pPr>
            <a:r>
              <a:rPr lang="en-US" sz="2400" dirty="0"/>
              <a:t>KeyStore</a:t>
            </a:r>
          </a:p>
          <a:p>
            <a:pPr marL="285750" indent="-285750">
              <a:buFont typeface="Arial" panose="020B0604020202020204" pitchFamily="34" charset="0"/>
              <a:buChar char="•"/>
            </a:pPr>
            <a:r>
              <a:rPr lang="en-US" sz="2400" dirty="0" err="1"/>
              <a:t>CertificateFactory</a:t>
            </a:r>
            <a:endParaRPr lang="en-US" sz="2400" dirty="0"/>
          </a:p>
          <a:p>
            <a:pPr marL="285750" indent="-285750">
              <a:buFont typeface="Arial" panose="020B0604020202020204" pitchFamily="34" charset="0"/>
              <a:buChar char="•"/>
            </a:pPr>
            <a:r>
              <a:rPr lang="en-US" sz="2400" dirty="0" err="1"/>
              <a:t>CertPathBuilder</a:t>
            </a:r>
            <a:endParaRPr lang="en-US" sz="2400" dirty="0"/>
          </a:p>
          <a:p>
            <a:pPr marL="285750" indent="-285750">
              <a:buFont typeface="Arial" panose="020B0604020202020204" pitchFamily="34" charset="0"/>
              <a:buChar char="•"/>
            </a:pPr>
            <a:r>
              <a:rPr lang="en-US" sz="2400" dirty="0" err="1"/>
              <a:t>CertPathValidator</a:t>
            </a:r>
            <a:endParaRPr lang="en-US" sz="2400" dirty="0"/>
          </a:p>
          <a:p>
            <a:pPr marL="285750" indent="-285750">
              <a:buFont typeface="Arial" panose="020B0604020202020204" pitchFamily="34" charset="0"/>
              <a:buChar char="•"/>
            </a:pPr>
            <a:r>
              <a:rPr lang="en-US" sz="2400" dirty="0" err="1"/>
              <a:t>CertStore</a:t>
            </a:r>
            <a:endParaRPr lang="it-IT" sz="2400" dirty="0"/>
          </a:p>
        </p:txBody>
      </p:sp>
    </p:spTree>
    <p:extLst>
      <p:ext uri="{BB962C8B-B14F-4D97-AF65-F5344CB8AC3E}">
        <p14:creationId xmlns:p14="http://schemas.microsoft.com/office/powerpoint/2010/main" val="3874088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382A99-8BA7-4B13-437E-90A316E81854}"/>
              </a:ext>
            </a:extLst>
          </p:cNvPr>
          <p:cNvSpPr>
            <a:spLocks noGrp="1"/>
          </p:cNvSpPr>
          <p:nvPr>
            <p:ph type="title"/>
          </p:nvPr>
        </p:nvSpPr>
        <p:spPr/>
        <p:txBody>
          <a:bodyPr/>
          <a:lstStyle/>
          <a:p>
            <a:r>
              <a:rPr lang="it-IT" sz="3800" dirty="0" err="1"/>
              <a:t>SecureRandom</a:t>
            </a:r>
            <a:endParaRPr lang="it-IT" sz="3800" dirty="0"/>
          </a:p>
        </p:txBody>
      </p:sp>
      <p:sp>
        <p:nvSpPr>
          <p:cNvPr id="3" name="Segnaposto testo 2">
            <a:extLst>
              <a:ext uri="{FF2B5EF4-FFF2-40B4-BE49-F238E27FC236}">
                <a16:creationId xmlns:a16="http://schemas.microsoft.com/office/drawing/2014/main" id="{853666B3-493E-B77D-99FC-3FAB246135E2}"/>
              </a:ext>
            </a:extLst>
          </p:cNvPr>
          <p:cNvSpPr>
            <a:spLocks noGrp="1"/>
          </p:cNvSpPr>
          <p:nvPr>
            <p:ph type="body" sz="quarter" idx="11"/>
          </p:nvPr>
        </p:nvSpPr>
        <p:spPr>
          <a:xfrm>
            <a:off x="527051" y="1412875"/>
            <a:ext cx="11233149" cy="1872109"/>
          </a:xfrm>
        </p:spPr>
        <p:txBody>
          <a:bodyPr/>
          <a:lstStyle/>
          <a:p>
            <a:pPr marL="342900" indent="-342900">
              <a:buFont typeface="Arial" panose="020B0604020202020204" pitchFamily="34" charset="0"/>
              <a:buChar char="•"/>
            </a:pPr>
            <a:r>
              <a:rPr lang="en-US" sz="2400" dirty="0"/>
              <a:t>The SecureRandom class is an engine class that provides </a:t>
            </a:r>
            <a:r>
              <a:rPr lang="en-US" sz="2400" b="1" u="sng" dirty="0"/>
              <a:t>cryptographically strong random numbers</a:t>
            </a:r>
            <a:r>
              <a:rPr lang="en-US" sz="2400" dirty="0"/>
              <a:t>, using PRNGs, OS-native sources, or a combination of both.</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They are used to instantiate ciphers, MACs, algorithm parameters or in application-specific scenarios.</a:t>
            </a:r>
          </a:p>
          <a:p>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it-IT" sz="2400" dirty="0"/>
          </a:p>
        </p:txBody>
      </p:sp>
      <p:pic>
        <p:nvPicPr>
          <p:cNvPr id="2050" name="Picture 2" descr="How random is pseudo-random? Testing pseudo-random number generators and  measuring randomness | Code crumbs, by Clément Pit-Claudel">
            <a:extLst>
              <a:ext uri="{FF2B5EF4-FFF2-40B4-BE49-F238E27FC236}">
                <a16:creationId xmlns:a16="http://schemas.microsoft.com/office/drawing/2014/main" id="{6AD934EA-56ED-3634-1BE8-1C9B74AE16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5034" y="3861048"/>
            <a:ext cx="6681931" cy="2267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403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B3FD68-D05A-526D-8260-D9E4AA02DFCA}"/>
              </a:ext>
            </a:extLst>
          </p:cNvPr>
          <p:cNvSpPr>
            <a:spLocks noGrp="1"/>
          </p:cNvSpPr>
          <p:nvPr>
            <p:ph type="title"/>
          </p:nvPr>
        </p:nvSpPr>
        <p:spPr/>
        <p:txBody>
          <a:bodyPr/>
          <a:lstStyle/>
          <a:p>
            <a:r>
              <a:rPr lang="it-IT" sz="3800" dirty="0"/>
              <a:t>Random vs </a:t>
            </a:r>
            <a:r>
              <a:rPr lang="it-IT" sz="3800" dirty="0" err="1"/>
              <a:t>SecureRandom</a:t>
            </a:r>
            <a:endParaRPr lang="it-IT" sz="3800" dirty="0"/>
          </a:p>
        </p:txBody>
      </p:sp>
      <p:sp>
        <p:nvSpPr>
          <p:cNvPr id="3" name="Segnaposto testo 2">
            <a:extLst>
              <a:ext uri="{FF2B5EF4-FFF2-40B4-BE49-F238E27FC236}">
                <a16:creationId xmlns:a16="http://schemas.microsoft.com/office/drawing/2014/main" id="{50DCA08B-5D07-6EFB-C8C5-346EC610E8FB}"/>
              </a:ext>
            </a:extLst>
          </p:cNvPr>
          <p:cNvSpPr>
            <a:spLocks noGrp="1"/>
          </p:cNvSpPr>
          <p:nvPr>
            <p:ph type="body" sz="quarter" idx="11"/>
          </p:nvPr>
        </p:nvSpPr>
        <p:spPr>
          <a:xfrm>
            <a:off x="527051" y="1412875"/>
            <a:ext cx="11233149" cy="2520181"/>
          </a:xfrm>
        </p:spPr>
        <p:txBody>
          <a:bodyPr/>
          <a:lstStyle/>
          <a:p>
            <a:pPr marL="342900" indent="-342900">
              <a:buFont typeface="Arial" panose="020B0604020202020204" pitchFamily="34" charset="0"/>
              <a:buChar char="•"/>
            </a:pPr>
            <a:r>
              <a:rPr lang="en-US" sz="2400" dirty="0"/>
              <a:t>The classes defined in Random are </a:t>
            </a:r>
            <a:r>
              <a:rPr lang="en-US" sz="2400" b="1" u="sng" dirty="0"/>
              <a:t>NOT</a:t>
            </a:r>
            <a:r>
              <a:rPr lang="en-US" sz="2400" dirty="0"/>
              <a:t> cryptographically strong, and the numbers chosen are not completely random because a definite mathematical algorithm is used to select them. Therefore, it is not safe to use this class for tasks that require a high level of security.</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Instead, SecureRandom provides a cryptographically strong RNG… if used properly.</a:t>
            </a:r>
            <a:endParaRPr lang="it-IT" sz="2400" dirty="0"/>
          </a:p>
        </p:txBody>
      </p:sp>
    </p:spTree>
    <p:extLst>
      <p:ext uri="{BB962C8B-B14F-4D97-AF65-F5344CB8AC3E}">
        <p14:creationId xmlns:p14="http://schemas.microsoft.com/office/powerpoint/2010/main" val="2181911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ecure random algorithms">
            <a:extLst>
              <a:ext uri="{FF2B5EF4-FFF2-40B4-BE49-F238E27FC236}">
                <a16:creationId xmlns:a16="http://schemas.microsoft.com/office/drawing/2014/main" id="{9B05ECDC-8634-9E7C-718E-5F1A58824E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950" y="928688"/>
            <a:ext cx="9944100" cy="5000625"/>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81D6B968-27A6-78BB-117C-8ADAAC555CBE}"/>
              </a:ext>
            </a:extLst>
          </p:cNvPr>
          <p:cNvSpPr txBox="1"/>
          <p:nvPr/>
        </p:nvSpPr>
        <p:spPr>
          <a:xfrm>
            <a:off x="1199456" y="6093296"/>
            <a:ext cx="4896544" cy="461665"/>
          </a:xfrm>
          <a:prstGeom prst="rect">
            <a:avLst/>
          </a:prstGeom>
          <a:noFill/>
        </p:spPr>
        <p:txBody>
          <a:bodyPr wrap="square" rtlCol="0">
            <a:spAutoFit/>
          </a:bodyPr>
          <a:lstStyle/>
          <a:p>
            <a:pPr algn="ctr"/>
            <a:r>
              <a:rPr lang="it-IT" sz="2400" dirty="0"/>
              <a:t>Random class </a:t>
            </a:r>
            <a:r>
              <a:rPr lang="it-IT" sz="2400" dirty="0" err="1"/>
              <a:t>algorithm</a:t>
            </a:r>
            <a:endParaRPr lang="it-IT" sz="2400" dirty="0"/>
          </a:p>
        </p:txBody>
      </p:sp>
      <p:sp>
        <p:nvSpPr>
          <p:cNvPr id="5" name="CasellaDiTesto 4">
            <a:extLst>
              <a:ext uri="{FF2B5EF4-FFF2-40B4-BE49-F238E27FC236}">
                <a16:creationId xmlns:a16="http://schemas.microsoft.com/office/drawing/2014/main" id="{43F3A821-C1EF-92CF-0DF3-8DDFD8B83747}"/>
              </a:ext>
            </a:extLst>
          </p:cNvPr>
          <p:cNvSpPr txBox="1"/>
          <p:nvPr/>
        </p:nvSpPr>
        <p:spPr>
          <a:xfrm>
            <a:off x="5943600" y="6073642"/>
            <a:ext cx="4896544" cy="461665"/>
          </a:xfrm>
          <a:prstGeom prst="rect">
            <a:avLst/>
          </a:prstGeom>
          <a:noFill/>
        </p:spPr>
        <p:txBody>
          <a:bodyPr wrap="square" rtlCol="0">
            <a:spAutoFit/>
          </a:bodyPr>
          <a:lstStyle/>
          <a:p>
            <a:pPr algn="ctr"/>
            <a:r>
              <a:rPr lang="it-IT" sz="2400" dirty="0"/>
              <a:t>SecureRandom class </a:t>
            </a:r>
            <a:r>
              <a:rPr lang="it-IT" sz="2400" dirty="0" err="1"/>
              <a:t>algorithm</a:t>
            </a:r>
            <a:endParaRPr lang="it-IT" sz="2400" dirty="0"/>
          </a:p>
        </p:txBody>
      </p:sp>
    </p:spTree>
    <p:extLst>
      <p:ext uri="{BB962C8B-B14F-4D97-AF65-F5344CB8AC3E}">
        <p14:creationId xmlns:p14="http://schemas.microsoft.com/office/powerpoint/2010/main" val="2423442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17971C7-9EED-E58A-5714-D334ACA9FF67}"/>
              </a:ext>
            </a:extLst>
          </p:cNvPr>
          <p:cNvSpPr>
            <a:spLocks noGrp="1"/>
          </p:cNvSpPr>
          <p:nvPr>
            <p:ph type="title"/>
          </p:nvPr>
        </p:nvSpPr>
        <p:spPr/>
        <p:txBody>
          <a:bodyPr/>
          <a:lstStyle/>
          <a:p>
            <a:r>
              <a:rPr lang="it-IT" sz="3800" dirty="0" err="1"/>
              <a:t>Getting</a:t>
            </a:r>
            <a:r>
              <a:rPr lang="it-IT" sz="3800" dirty="0"/>
              <a:t> a SecureRandom </a:t>
            </a:r>
            <a:r>
              <a:rPr lang="it-IT" sz="3800" dirty="0" err="1"/>
              <a:t>object</a:t>
            </a:r>
            <a:endParaRPr lang="it-IT" sz="3800" dirty="0"/>
          </a:p>
        </p:txBody>
      </p:sp>
      <p:sp>
        <p:nvSpPr>
          <p:cNvPr id="3" name="Segnaposto testo 2">
            <a:extLst>
              <a:ext uri="{FF2B5EF4-FFF2-40B4-BE49-F238E27FC236}">
                <a16:creationId xmlns:a16="http://schemas.microsoft.com/office/drawing/2014/main" id="{B3DC50E2-E32F-960A-F7C7-11A9F1EFDC88}"/>
              </a:ext>
            </a:extLst>
          </p:cNvPr>
          <p:cNvSpPr>
            <a:spLocks noGrp="1"/>
          </p:cNvSpPr>
          <p:nvPr>
            <p:ph type="body" sz="quarter" idx="11"/>
          </p:nvPr>
        </p:nvSpPr>
        <p:spPr>
          <a:xfrm>
            <a:off x="527051" y="1412875"/>
            <a:ext cx="6505053" cy="4320381"/>
          </a:xfrm>
        </p:spPr>
        <p:txBody>
          <a:bodyPr/>
          <a:lstStyle/>
          <a:p>
            <a:r>
              <a:rPr lang="it-IT" sz="2000" dirty="0" err="1"/>
              <a:t>We</a:t>
            </a:r>
            <a:r>
              <a:rPr lang="it-IT" sz="2000" dirty="0"/>
              <a:t> can </a:t>
            </a:r>
            <a:r>
              <a:rPr lang="it-IT" sz="2000" dirty="0" err="1"/>
              <a:t>get</a:t>
            </a:r>
            <a:r>
              <a:rPr lang="it-IT" sz="2000" dirty="0"/>
              <a:t> a SecureRandom </a:t>
            </a:r>
            <a:r>
              <a:rPr lang="it-IT" sz="2000" dirty="0" err="1"/>
              <a:t>object</a:t>
            </a:r>
            <a:r>
              <a:rPr lang="it-IT" sz="2000" dirty="0"/>
              <a:t> in </a:t>
            </a:r>
            <a:r>
              <a:rPr lang="it-IT" sz="2000" dirty="0" err="1"/>
              <a:t>three</a:t>
            </a:r>
            <a:r>
              <a:rPr lang="it-IT" sz="2000" dirty="0"/>
              <a:t> ways:</a:t>
            </a:r>
          </a:p>
          <a:p>
            <a:endParaRPr lang="it-IT" sz="2000" dirty="0"/>
          </a:p>
          <a:p>
            <a:pPr marL="457200" indent="-457200">
              <a:buFont typeface="+mj-lt"/>
              <a:buAutoNum type="arabicPeriod"/>
            </a:pPr>
            <a:r>
              <a:rPr lang="it-IT" dirty="0">
                <a:highlight>
                  <a:srgbClr val="C0C0C0"/>
                </a:highlight>
                <a:latin typeface="Courier New" panose="02070309020205020404" pitchFamily="49" charset="0"/>
              </a:rPr>
              <a:t>new SecureRandom() </a:t>
            </a:r>
            <a:r>
              <a:rPr lang="it-IT" sz="2000" dirty="0"/>
              <a:t>- </a:t>
            </a:r>
            <a:r>
              <a:rPr lang="en-US" sz="2000" dirty="0"/>
              <a:t>returns a new SecureRandom object from the first provider that supports a SecureRandom RNG algorithm. SHA1PRNG from SUN if none found.</a:t>
            </a:r>
          </a:p>
          <a:p>
            <a:pPr marL="457200" indent="-457200">
              <a:buFont typeface="+mj-lt"/>
              <a:buAutoNum type="arabicPeriod"/>
            </a:pPr>
            <a:endParaRPr lang="en-US" sz="2000" dirty="0"/>
          </a:p>
          <a:p>
            <a:pPr marL="457200" indent="-457200">
              <a:buFont typeface="+mj-lt"/>
              <a:buAutoNum type="arabicPeriod"/>
            </a:pPr>
            <a:r>
              <a:rPr lang="en-US" dirty="0" err="1">
                <a:highlight>
                  <a:srgbClr val="C0C0C0"/>
                </a:highlight>
                <a:latin typeface="Courier New" panose="02070309020205020404" pitchFamily="49" charset="0"/>
              </a:rPr>
              <a:t>SecureRandom.getInstance</a:t>
            </a:r>
            <a:r>
              <a:rPr lang="en-US" dirty="0">
                <a:highlight>
                  <a:srgbClr val="C0C0C0"/>
                </a:highlight>
                <a:latin typeface="Courier New" panose="02070309020205020404" pitchFamily="49" charset="0"/>
              </a:rPr>
              <a:t>(“</a:t>
            </a:r>
            <a:r>
              <a:rPr lang="en-US" dirty="0" err="1">
                <a:highlight>
                  <a:srgbClr val="C0C0C0"/>
                </a:highlight>
                <a:latin typeface="Courier New" panose="02070309020205020404" pitchFamily="49" charset="0"/>
              </a:rPr>
              <a:t>algorithmName</a:t>
            </a:r>
            <a:r>
              <a:rPr lang="en-US" dirty="0">
                <a:highlight>
                  <a:srgbClr val="C0C0C0"/>
                </a:highlight>
                <a:latin typeface="Courier New" panose="02070309020205020404" pitchFamily="49" charset="0"/>
              </a:rPr>
              <a:t>”) </a:t>
            </a:r>
            <a:r>
              <a:rPr lang="en-US" sz="2000" dirty="0"/>
              <a:t>- to get a specific implementation of SecureRandom</a:t>
            </a:r>
          </a:p>
          <a:p>
            <a:pPr marL="457200" indent="-457200">
              <a:buFont typeface="+mj-lt"/>
              <a:buAutoNum type="arabicPeriod"/>
            </a:pPr>
            <a:endParaRPr lang="en-US" sz="2000" dirty="0"/>
          </a:p>
          <a:p>
            <a:pPr marL="457200" indent="-457200">
              <a:buFont typeface="+mj-lt"/>
              <a:buAutoNum type="arabicPeriod"/>
            </a:pPr>
            <a:r>
              <a:rPr lang="en-US" dirty="0" err="1">
                <a:highlight>
                  <a:srgbClr val="C0C0C0"/>
                </a:highlight>
                <a:latin typeface="Courier New" panose="02070309020205020404" pitchFamily="49" charset="0"/>
              </a:rPr>
              <a:t>SecureRandom.getInstanceStrong</a:t>
            </a:r>
            <a:r>
              <a:rPr lang="en-US" dirty="0">
                <a:highlight>
                  <a:srgbClr val="C0C0C0"/>
                </a:highlight>
                <a:latin typeface="Courier New" panose="02070309020205020404" pitchFamily="49" charset="0"/>
              </a:rPr>
              <a:t>() </a:t>
            </a:r>
            <a:r>
              <a:rPr lang="en-US" sz="2000" dirty="0"/>
              <a:t>- to obtain a strong implementation as defined by the </a:t>
            </a:r>
            <a:r>
              <a:rPr lang="en-US" sz="2000" dirty="0" err="1"/>
              <a:t>securerandom.strongAlgorithms</a:t>
            </a:r>
            <a:r>
              <a:rPr lang="en-US" sz="2000" dirty="0"/>
              <a:t> property of the </a:t>
            </a:r>
            <a:r>
              <a:rPr lang="en-US" sz="2000" dirty="0" err="1"/>
              <a:t>java.security.Security</a:t>
            </a:r>
            <a:r>
              <a:rPr lang="en-US" sz="2000" dirty="0"/>
              <a:t> class.</a:t>
            </a:r>
            <a:endParaRPr lang="it-IT" sz="2000" dirty="0"/>
          </a:p>
        </p:txBody>
      </p:sp>
      <p:sp>
        <p:nvSpPr>
          <p:cNvPr id="4" name="CasellaDiTesto 3">
            <a:extLst>
              <a:ext uri="{FF2B5EF4-FFF2-40B4-BE49-F238E27FC236}">
                <a16:creationId xmlns:a16="http://schemas.microsoft.com/office/drawing/2014/main" id="{C6260289-BDE9-51B3-2B9B-A97ED13C8B08}"/>
              </a:ext>
            </a:extLst>
          </p:cNvPr>
          <p:cNvSpPr txBox="1"/>
          <p:nvPr/>
        </p:nvSpPr>
        <p:spPr>
          <a:xfrm>
            <a:off x="8184232" y="1412875"/>
            <a:ext cx="3600400" cy="4324261"/>
          </a:xfrm>
          <a:prstGeom prst="rect">
            <a:avLst/>
          </a:prstGeom>
          <a:noFill/>
        </p:spPr>
        <p:txBody>
          <a:bodyPr wrap="square" rtlCol="0">
            <a:spAutoFit/>
          </a:bodyPr>
          <a:lstStyle/>
          <a:p>
            <a:pPr algn="ctr"/>
            <a:r>
              <a:rPr lang="it-IT" sz="2400" b="1" u="sng" dirty="0" err="1"/>
              <a:t>Possible</a:t>
            </a:r>
            <a:r>
              <a:rPr lang="it-IT" sz="2400" b="1" u="sng" dirty="0"/>
              <a:t> </a:t>
            </a:r>
            <a:r>
              <a:rPr lang="it-IT" sz="2400" b="1" u="sng" dirty="0" err="1"/>
              <a:t>algorithms</a:t>
            </a:r>
            <a:r>
              <a:rPr lang="it-IT" sz="2400" b="1" u="sng" dirty="0"/>
              <a:t>:</a:t>
            </a:r>
          </a:p>
          <a:p>
            <a:endParaRPr lang="it-IT" sz="2400" dirty="0"/>
          </a:p>
          <a:p>
            <a:pPr marL="342900" indent="-342900">
              <a:spcAft>
                <a:spcPts val="600"/>
              </a:spcAft>
              <a:buFont typeface="Arial" panose="020B0604020202020204" pitchFamily="34" charset="0"/>
              <a:buChar char="•"/>
            </a:pPr>
            <a:r>
              <a:rPr lang="en-US" sz="2400" dirty="0"/>
              <a:t>NativePRNG</a:t>
            </a:r>
          </a:p>
          <a:p>
            <a:pPr marL="342900" indent="-342900">
              <a:spcAft>
                <a:spcPts val="600"/>
              </a:spcAft>
              <a:buFont typeface="Arial" panose="020B0604020202020204" pitchFamily="34" charset="0"/>
              <a:buChar char="•"/>
            </a:pPr>
            <a:r>
              <a:rPr lang="en-US" sz="2400" dirty="0"/>
              <a:t>NativePRNGBlocking</a:t>
            </a:r>
          </a:p>
          <a:p>
            <a:pPr marL="342900" indent="-342900">
              <a:spcAft>
                <a:spcPts val="600"/>
              </a:spcAft>
              <a:buFont typeface="Arial" panose="020B0604020202020204" pitchFamily="34" charset="0"/>
              <a:buChar char="•"/>
            </a:pPr>
            <a:r>
              <a:rPr lang="en-US" sz="2400" dirty="0"/>
              <a:t>NativePRNGNonBlocking</a:t>
            </a:r>
          </a:p>
          <a:p>
            <a:pPr marL="342900" indent="-342900">
              <a:spcAft>
                <a:spcPts val="600"/>
              </a:spcAft>
              <a:buFont typeface="Arial" panose="020B0604020202020204" pitchFamily="34" charset="0"/>
              <a:buChar char="•"/>
            </a:pPr>
            <a:r>
              <a:rPr lang="en-US" sz="2400" dirty="0"/>
              <a:t>PKCS11	</a:t>
            </a:r>
          </a:p>
          <a:p>
            <a:pPr marL="342900" indent="-342900">
              <a:spcAft>
                <a:spcPts val="600"/>
              </a:spcAft>
              <a:buFont typeface="Arial" panose="020B0604020202020204" pitchFamily="34" charset="0"/>
              <a:buChar char="•"/>
            </a:pPr>
            <a:r>
              <a:rPr lang="en-US" sz="2400" dirty="0"/>
              <a:t>DRBG</a:t>
            </a:r>
          </a:p>
          <a:p>
            <a:pPr marL="342900" indent="-342900">
              <a:spcAft>
                <a:spcPts val="600"/>
              </a:spcAft>
              <a:buFont typeface="Arial" panose="020B0604020202020204" pitchFamily="34" charset="0"/>
              <a:buChar char="•"/>
            </a:pPr>
            <a:r>
              <a:rPr lang="en-US" sz="2400" dirty="0"/>
              <a:t>SHA1PRNG</a:t>
            </a:r>
          </a:p>
          <a:p>
            <a:pPr marL="342900" indent="-342900">
              <a:spcAft>
                <a:spcPts val="600"/>
              </a:spcAft>
              <a:buFont typeface="Arial" panose="020B0604020202020204" pitchFamily="34" charset="0"/>
              <a:buChar char="•"/>
            </a:pPr>
            <a:r>
              <a:rPr lang="en-US" sz="2400" dirty="0"/>
              <a:t>Windows-PRNG</a:t>
            </a:r>
            <a:endParaRPr lang="it-IT" sz="2400" dirty="0"/>
          </a:p>
          <a:p>
            <a:endParaRPr lang="it-IT" sz="2400" dirty="0"/>
          </a:p>
        </p:txBody>
      </p:sp>
    </p:spTree>
    <p:extLst>
      <p:ext uri="{BB962C8B-B14F-4D97-AF65-F5344CB8AC3E}">
        <p14:creationId xmlns:p14="http://schemas.microsoft.com/office/powerpoint/2010/main" val="3047951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272EB-C112-75F0-E81A-7EA7D9765E1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B96096C-6D4F-65D3-C2F9-205D7B8B1EFB}"/>
              </a:ext>
            </a:extLst>
          </p:cNvPr>
          <p:cNvSpPr>
            <a:spLocks noGrp="1"/>
          </p:cNvSpPr>
          <p:nvPr>
            <p:ph type="title"/>
          </p:nvPr>
        </p:nvSpPr>
        <p:spPr/>
        <p:txBody>
          <a:bodyPr/>
          <a:lstStyle/>
          <a:p>
            <a:r>
              <a:rPr lang="en-GB" sz="3800" noProof="0" dirty="0"/>
              <a:t>Using a SecureRandom object</a:t>
            </a:r>
          </a:p>
        </p:txBody>
      </p:sp>
      <p:sp>
        <p:nvSpPr>
          <p:cNvPr id="3" name="Segnaposto testo 2">
            <a:extLst>
              <a:ext uri="{FF2B5EF4-FFF2-40B4-BE49-F238E27FC236}">
                <a16:creationId xmlns:a16="http://schemas.microsoft.com/office/drawing/2014/main" id="{59D4DB9F-95DB-D4CE-BBE9-397C8F388D2F}"/>
              </a:ext>
            </a:extLst>
          </p:cNvPr>
          <p:cNvSpPr>
            <a:spLocks noGrp="1"/>
          </p:cNvSpPr>
          <p:nvPr>
            <p:ph type="body" sz="quarter" idx="11"/>
          </p:nvPr>
        </p:nvSpPr>
        <p:spPr/>
        <p:txBody>
          <a:bodyPr/>
          <a:lstStyle/>
          <a:p>
            <a:r>
              <a:rPr lang="en-GB" sz="2400" b="1" u="sng" dirty="0">
                <a:latin typeface="Calibri" panose="020F0502020204030204" pitchFamily="34" charset="0"/>
              </a:rPr>
              <a:t>Available methods</a:t>
            </a:r>
            <a:r>
              <a:rPr lang="en-GB" sz="2400" dirty="0">
                <a:latin typeface="Calibri" panose="020F0502020204030204" pitchFamily="34" charset="0"/>
              </a:rPr>
              <a:t>:</a:t>
            </a:r>
          </a:p>
          <a:p>
            <a:endParaRPr lang="en-GB" sz="2400" dirty="0">
              <a:latin typeface="Calibri" panose="020F0502020204030204" pitchFamily="34" charset="0"/>
            </a:endParaRPr>
          </a:p>
          <a:p>
            <a:pPr marL="342900" indent="-342900">
              <a:buFont typeface="Arial" panose="020B0604020202020204" pitchFamily="34" charset="0"/>
              <a:buChar char="•"/>
            </a:pPr>
            <a:r>
              <a:rPr lang="en-GB" sz="2400" noProof="0" dirty="0">
                <a:highlight>
                  <a:srgbClr val="C0C0C0"/>
                </a:highlight>
                <a:latin typeface="Courier New" panose="02070309020205020404" pitchFamily="49" charset="0"/>
              </a:rPr>
              <a:t>public void </a:t>
            </a:r>
            <a:r>
              <a:rPr lang="en-GB" sz="2400" noProof="0" dirty="0" err="1">
                <a:highlight>
                  <a:srgbClr val="C0C0C0"/>
                </a:highlight>
                <a:latin typeface="Courier New" panose="02070309020205020404" pitchFamily="49" charset="0"/>
              </a:rPr>
              <a:t>setSeed</a:t>
            </a:r>
            <a:r>
              <a:rPr lang="en-GB" sz="2400" noProof="0" dirty="0">
                <a:highlight>
                  <a:srgbClr val="C0C0C0"/>
                </a:highlight>
                <a:latin typeface="Courier New" panose="02070309020205020404" pitchFamily="49" charset="0"/>
              </a:rPr>
              <a:t>(long seed);</a:t>
            </a:r>
            <a:r>
              <a:rPr lang="en-GB" sz="2400" dirty="0">
                <a:latin typeface="Calibri" panose="020F0502020204030204" pitchFamily="34" charset="0"/>
              </a:rPr>
              <a:t> - </a:t>
            </a:r>
            <a:r>
              <a:rPr lang="en-GB" sz="2400" noProof="0" dirty="0">
                <a:latin typeface="Calibri" panose="020F0502020204030204" pitchFamily="34" charset="0"/>
              </a:rPr>
              <a:t>sets the seed in the </a:t>
            </a:r>
            <a:r>
              <a:rPr lang="en-GB" sz="2400" noProof="0" dirty="0">
                <a:latin typeface="Courier New" panose="02070309020205020404" pitchFamily="49" charset="0"/>
                <a:cs typeface="Courier New" panose="02070309020205020404" pitchFamily="49" charset="0"/>
              </a:rPr>
              <a:t>SecureRandom</a:t>
            </a:r>
            <a:r>
              <a:rPr lang="en-GB" sz="2400" noProof="0" dirty="0">
                <a:latin typeface="Calibri" panose="020F0502020204030204" pitchFamily="34" charset="0"/>
              </a:rPr>
              <a:t> PRNG.</a:t>
            </a:r>
          </a:p>
          <a:p>
            <a:pPr marL="342900" indent="-342900">
              <a:buFont typeface="Arial" panose="020B0604020202020204" pitchFamily="34" charset="0"/>
              <a:buChar char="•"/>
            </a:pPr>
            <a:r>
              <a:rPr lang="en-GB" sz="2400" noProof="0" dirty="0">
                <a:latin typeface="Calibri" panose="020F0502020204030204" pitchFamily="34" charset="0"/>
              </a:rPr>
              <a:t>Overridden </a:t>
            </a:r>
            <a:r>
              <a:rPr lang="en-GB" sz="2400" noProof="0" dirty="0" err="1">
                <a:latin typeface="Courier New" panose="02070309020205020404" pitchFamily="49" charset="0"/>
              </a:rPr>
              <a:t>java.util.Random</a:t>
            </a:r>
            <a:r>
              <a:rPr lang="en-GB" sz="2400" noProof="0" dirty="0">
                <a:latin typeface="Calibri" panose="020F0502020204030204" pitchFamily="34" charset="0"/>
              </a:rPr>
              <a:t> methods:</a:t>
            </a:r>
          </a:p>
          <a:p>
            <a:pPr marL="1085850" lvl="1" indent="-342900">
              <a:buFont typeface="Arial" panose="020B0604020202020204" pitchFamily="34" charset="0"/>
              <a:buChar char="•"/>
            </a:pPr>
            <a:r>
              <a:rPr lang="en-GB" sz="2000" noProof="0" dirty="0">
                <a:highlight>
                  <a:srgbClr val="C0C0C0"/>
                </a:highlight>
                <a:latin typeface="Courier New" panose="02070309020205020404" pitchFamily="49" charset="0"/>
                <a:cs typeface="Courier New" panose="02070309020205020404" pitchFamily="49" charset="0"/>
              </a:rPr>
              <a:t>public int </a:t>
            </a:r>
            <a:r>
              <a:rPr lang="en-GB" sz="2000" noProof="0" dirty="0" err="1">
                <a:highlight>
                  <a:srgbClr val="C0C0C0"/>
                </a:highlight>
                <a:latin typeface="Courier New" panose="02070309020205020404" pitchFamily="49" charset="0"/>
                <a:cs typeface="Courier New" panose="02070309020205020404" pitchFamily="49" charset="0"/>
              </a:rPr>
              <a:t>nextInt</a:t>
            </a:r>
            <a:r>
              <a:rPr lang="en-GB" sz="2000" noProof="0" dirty="0">
                <a:highlight>
                  <a:srgbClr val="C0C0C0"/>
                </a:highlight>
                <a:latin typeface="Courier New" panose="02070309020205020404" pitchFamily="49" charset="0"/>
                <a:cs typeface="Courier New" panose="02070309020205020404" pitchFamily="49" charset="0"/>
              </a:rPr>
              <a:t>();</a:t>
            </a:r>
            <a:r>
              <a:rPr lang="en-GB" sz="2000" noProof="0" dirty="0">
                <a:latin typeface="Calibri" panose="020F0502020204030204" pitchFamily="34" charset="0"/>
              </a:rPr>
              <a:t> Securely generates a random integer.</a:t>
            </a:r>
          </a:p>
          <a:p>
            <a:pPr marL="1085850" lvl="1" indent="-342900">
              <a:buFont typeface="Arial" panose="020B0604020202020204" pitchFamily="34" charset="0"/>
              <a:buChar char="•"/>
            </a:pPr>
            <a:r>
              <a:rPr lang="en-GB" sz="2000" noProof="0" dirty="0">
                <a:highlight>
                  <a:srgbClr val="C0C0C0"/>
                </a:highlight>
                <a:latin typeface="Courier New" panose="02070309020205020404" pitchFamily="49" charset="0"/>
                <a:cs typeface="Courier New" panose="02070309020205020404" pitchFamily="49" charset="0"/>
              </a:rPr>
              <a:t>public int </a:t>
            </a:r>
            <a:r>
              <a:rPr lang="en-GB" sz="2000" noProof="0" dirty="0" err="1">
                <a:highlight>
                  <a:srgbClr val="C0C0C0"/>
                </a:highlight>
                <a:latin typeface="Courier New" panose="02070309020205020404" pitchFamily="49" charset="0"/>
                <a:cs typeface="Courier New" panose="02070309020205020404" pitchFamily="49" charset="0"/>
              </a:rPr>
              <a:t>nextBoolean</a:t>
            </a:r>
            <a:r>
              <a:rPr lang="en-GB" sz="2000" noProof="0" dirty="0">
                <a:highlight>
                  <a:srgbClr val="C0C0C0"/>
                </a:highlight>
                <a:latin typeface="Courier New" panose="02070309020205020404" pitchFamily="49" charset="0"/>
                <a:cs typeface="Courier New" panose="02070309020205020404" pitchFamily="49" charset="0"/>
              </a:rPr>
              <a:t>();</a:t>
            </a:r>
            <a:r>
              <a:rPr lang="en-GB" sz="2000" noProof="0" dirty="0">
                <a:latin typeface="Calibri" panose="020F0502020204030204" pitchFamily="34" charset="0"/>
              </a:rPr>
              <a:t> Securely generates a random </a:t>
            </a:r>
            <a:r>
              <a:rPr lang="en-GB" sz="2000" noProof="0" dirty="0" err="1">
                <a:latin typeface="Calibri" panose="020F0502020204030204" pitchFamily="34" charset="0"/>
              </a:rPr>
              <a:t>boolean</a:t>
            </a:r>
            <a:r>
              <a:rPr lang="en-GB" sz="2000" noProof="0" dirty="0">
                <a:latin typeface="Calibri" panose="020F0502020204030204" pitchFamily="34" charset="0"/>
              </a:rPr>
              <a:t>.</a:t>
            </a:r>
          </a:p>
          <a:p>
            <a:pPr marL="1085850" lvl="1" indent="-342900">
              <a:buFont typeface="Arial" panose="020B0604020202020204" pitchFamily="34" charset="0"/>
              <a:buChar char="•"/>
            </a:pPr>
            <a:r>
              <a:rPr lang="en-US" sz="2000" dirty="0">
                <a:highlight>
                  <a:srgbClr val="C0C0C0"/>
                </a:highlight>
                <a:latin typeface="Courier New" panose="02070309020205020404" pitchFamily="49" charset="0"/>
                <a:cs typeface="Courier New" panose="02070309020205020404" pitchFamily="49" charset="0"/>
              </a:rPr>
              <a:t>public byte[] </a:t>
            </a:r>
            <a:r>
              <a:rPr lang="en-US" sz="2000" dirty="0" err="1">
                <a:highlight>
                  <a:srgbClr val="C0C0C0"/>
                </a:highlight>
                <a:latin typeface="Courier New" panose="02070309020205020404" pitchFamily="49" charset="0"/>
                <a:cs typeface="Courier New" panose="02070309020205020404" pitchFamily="49" charset="0"/>
              </a:rPr>
              <a:t>generateSeed</a:t>
            </a:r>
            <a:r>
              <a:rPr lang="en-US" sz="2000" dirty="0">
                <a:highlight>
                  <a:srgbClr val="C0C0C0"/>
                </a:highlight>
                <a:latin typeface="Courier New" panose="02070309020205020404" pitchFamily="49" charset="0"/>
                <a:cs typeface="Courier New" panose="02070309020205020404" pitchFamily="49" charset="0"/>
              </a:rPr>
              <a:t>(int </a:t>
            </a:r>
            <a:r>
              <a:rPr lang="en-US" sz="2000" dirty="0" err="1">
                <a:highlight>
                  <a:srgbClr val="C0C0C0"/>
                </a:highlight>
                <a:latin typeface="Courier New" panose="02070309020205020404" pitchFamily="49" charset="0"/>
                <a:cs typeface="Courier New" panose="02070309020205020404" pitchFamily="49" charset="0"/>
              </a:rPr>
              <a:t>numBytes</a:t>
            </a:r>
            <a:r>
              <a:rPr lang="en-US" sz="2000" dirty="0">
                <a:highlight>
                  <a:srgbClr val="C0C0C0"/>
                </a:highlight>
                <a:latin typeface="Courier New" panose="02070309020205020404" pitchFamily="49" charset="0"/>
                <a:cs typeface="Courier New" panose="02070309020205020404" pitchFamily="49" charset="0"/>
              </a:rPr>
              <a:t>);</a:t>
            </a:r>
            <a:r>
              <a:rPr lang="en-US" sz="2000" dirty="0">
                <a:latin typeface="Calibri" panose="020F0502020204030204" pitchFamily="34" charset="0"/>
              </a:rPr>
              <a:t> </a:t>
            </a:r>
            <a:r>
              <a:rPr lang="en-US" sz="2000" noProof="0" dirty="0">
                <a:latin typeface="Calibri" panose="020F0502020204030204" pitchFamily="34" charset="0"/>
              </a:rPr>
              <a:t>Returns the given number of seed bytes.</a:t>
            </a:r>
            <a:endParaRPr lang="en-GB" sz="2000" noProof="0" dirty="0">
              <a:latin typeface="Calibri" panose="020F0502020204030204" pitchFamily="34" charset="0"/>
            </a:endParaRPr>
          </a:p>
          <a:p>
            <a:pPr marL="1085850" lvl="1" indent="-342900">
              <a:buFont typeface="Arial" panose="020B0604020202020204" pitchFamily="34" charset="0"/>
              <a:buChar char="•"/>
            </a:pPr>
            <a:r>
              <a:rPr lang="en-US" sz="2000" dirty="0">
                <a:highlight>
                  <a:srgbClr val="C0C0C0"/>
                </a:highlight>
                <a:latin typeface="Courier New" panose="02070309020205020404" pitchFamily="49" charset="0"/>
                <a:cs typeface="Courier New" panose="02070309020205020404" pitchFamily="49" charset="0"/>
              </a:rPr>
              <a:t>public void nextBytes(byte[] bytes);</a:t>
            </a:r>
            <a:r>
              <a:rPr lang="en-US" sz="2000" dirty="0">
                <a:latin typeface="Calibri" panose="020F0502020204030204" pitchFamily="34" charset="0"/>
              </a:rPr>
              <a:t> Securely generates a user-specified number of random bytes</a:t>
            </a:r>
            <a:endParaRPr lang="en-GB" sz="2000" dirty="0">
              <a:latin typeface="Calibri" panose="020F0502020204030204" pitchFamily="34" charset="0"/>
            </a:endParaRPr>
          </a:p>
        </p:txBody>
      </p:sp>
      <p:pic>
        <p:nvPicPr>
          <p:cNvPr id="4" name="Immagine 3">
            <a:extLst>
              <a:ext uri="{FF2B5EF4-FFF2-40B4-BE49-F238E27FC236}">
                <a16:creationId xmlns:a16="http://schemas.microsoft.com/office/drawing/2014/main" id="{5664969C-6F61-F0FE-73FD-E9D397E75F41}"/>
              </a:ext>
            </a:extLst>
          </p:cNvPr>
          <p:cNvPicPr>
            <a:picLocks noChangeAspect="1"/>
          </p:cNvPicPr>
          <p:nvPr/>
        </p:nvPicPr>
        <p:blipFill>
          <a:blip r:embed="rId2"/>
          <a:stretch>
            <a:fillRect/>
          </a:stretch>
        </p:blipFill>
        <p:spPr>
          <a:xfrm>
            <a:off x="3193879" y="5733256"/>
            <a:ext cx="5804242" cy="871339"/>
          </a:xfrm>
          <a:prstGeom prst="rect">
            <a:avLst/>
          </a:prstGeom>
        </p:spPr>
      </p:pic>
    </p:spTree>
    <p:extLst>
      <p:ext uri="{BB962C8B-B14F-4D97-AF65-F5344CB8AC3E}">
        <p14:creationId xmlns:p14="http://schemas.microsoft.com/office/powerpoint/2010/main" val="701637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6F48C82-0EFA-69E8-2F66-42812D509754}"/>
              </a:ext>
            </a:extLst>
          </p:cNvPr>
          <p:cNvSpPr>
            <a:spLocks noGrp="1"/>
          </p:cNvSpPr>
          <p:nvPr>
            <p:ph type="title"/>
          </p:nvPr>
        </p:nvSpPr>
        <p:spPr/>
        <p:txBody>
          <a:bodyPr/>
          <a:lstStyle/>
          <a:p>
            <a:r>
              <a:rPr lang="it-IT" sz="3800" dirty="0"/>
              <a:t>How to deal with </a:t>
            </a:r>
            <a:r>
              <a:rPr lang="it-IT" sz="3800" dirty="0" err="1"/>
              <a:t>seeds</a:t>
            </a:r>
            <a:endParaRPr lang="it-IT" sz="3800" dirty="0"/>
          </a:p>
        </p:txBody>
      </p:sp>
      <p:sp>
        <p:nvSpPr>
          <p:cNvPr id="3" name="Segnaposto testo 2">
            <a:extLst>
              <a:ext uri="{FF2B5EF4-FFF2-40B4-BE49-F238E27FC236}">
                <a16:creationId xmlns:a16="http://schemas.microsoft.com/office/drawing/2014/main" id="{CF210B8F-5294-633B-D1B5-5CE57674741E}"/>
              </a:ext>
            </a:extLst>
          </p:cNvPr>
          <p:cNvSpPr>
            <a:spLocks noGrp="1"/>
          </p:cNvSpPr>
          <p:nvPr>
            <p:ph type="body" sz="quarter" idx="11"/>
          </p:nvPr>
        </p:nvSpPr>
        <p:spPr/>
        <p:txBody>
          <a:bodyPr/>
          <a:lstStyle/>
          <a:p>
            <a:pPr marL="342900" indent="-342900">
              <a:buFont typeface="Arial" panose="020B0604020202020204" pitchFamily="34" charset="0"/>
              <a:buChar char="•"/>
            </a:pPr>
            <a:r>
              <a:rPr lang="en-US" sz="2200" u="sng" dirty="0"/>
              <a:t>The randomness of the bits produced by the SecureRandom object depends on the randomness of the seed bits.</a:t>
            </a:r>
          </a:p>
          <a:p>
            <a:endParaRPr lang="en-US" sz="2200" dirty="0"/>
          </a:p>
          <a:p>
            <a:pPr marL="342900" indent="-342900">
              <a:buFont typeface="Arial" panose="020B0604020202020204" pitchFamily="34" charset="0"/>
              <a:buChar char="•"/>
            </a:pPr>
            <a:r>
              <a:rPr lang="en-US" sz="2200" dirty="0"/>
              <a:t>At the beginning, the objects are not seeded. If, after the instantiation, </a:t>
            </a:r>
            <a:r>
              <a:rPr lang="en-US" sz="2200" i="1" dirty="0"/>
              <a:t>nextBytes</a:t>
            </a:r>
            <a:r>
              <a:rPr lang="en-US" sz="2200" dirty="0"/>
              <a:t> (or whatever operation) is called, then the PRNG is seeded using a secure mechanism provided by the underlying operating system.</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If </a:t>
            </a:r>
            <a:r>
              <a:rPr lang="en-US" sz="2200" i="1" dirty="0" err="1"/>
              <a:t>setSeed</a:t>
            </a:r>
            <a:r>
              <a:rPr lang="en-US" sz="2200" dirty="0"/>
              <a:t> is called before a call to </a:t>
            </a:r>
            <a:r>
              <a:rPr lang="en-US" sz="2200" i="1" dirty="0"/>
              <a:t>nextBytes</a:t>
            </a:r>
            <a:r>
              <a:rPr lang="en-US" sz="2200" dirty="0"/>
              <a:t>, then the internal seeding mechanism is bypassed, and only the provided seed is used to generate random numbers.</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At any time, a SecureRandom object may be re-seeded using one of the </a:t>
            </a:r>
            <a:r>
              <a:rPr lang="en-US" sz="2200" dirty="0" err="1"/>
              <a:t>setSeed</a:t>
            </a:r>
            <a:r>
              <a:rPr lang="en-US" sz="2200" dirty="0"/>
              <a:t> or reseed methods. The given seed for </a:t>
            </a:r>
            <a:r>
              <a:rPr lang="en-US" sz="2200" dirty="0" err="1"/>
              <a:t>setSeed</a:t>
            </a:r>
            <a:r>
              <a:rPr lang="en-US" sz="2200" dirty="0"/>
              <a:t> supplements, rather than replaces, the existing seed; therefore, repeated calls are guaranteed never to reduce randomness.</a:t>
            </a:r>
          </a:p>
          <a:p>
            <a:endParaRPr lang="it-IT" sz="2200" dirty="0"/>
          </a:p>
        </p:txBody>
      </p:sp>
    </p:spTree>
    <p:extLst>
      <p:ext uri="{BB962C8B-B14F-4D97-AF65-F5344CB8AC3E}">
        <p14:creationId xmlns:p14="http://schemas.microsoft.com/office/powerpoint/2010/main" val="2342180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3E605-FEF6-2B21-21CE-0772A06981A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388A316-01B0-292E-C1A9-2D4A342CB0B8}"/>
              </a:ext>
            </a:extLst>
          </p:cNvPr>
          <p:cNvSpPr>
            <a:spLocks noGrp="1"/>
          </p:cNvSpPr>
          <p:nvPr>
            <p:ph type="title"/>
          </p:nvPr>
        </p:nvSpPr>
        <p:spPr>
          <a:xfrm>
            <a:off x="527050" y="380269"/>
            <a:ext cx="9745413" cy="792088"/>
          </a:xfrm>
        </p:spPr>
        <p:txBody>
          <a:bodyPr/>
          <a:lstStyle/>
          <a:p>
            <a:r>
              <a:rPr lang="it-IT" sz="3800" dirty="0"/>
              <a:t>SHA1PRNG with and </a:t>
            </a:r>
            <a:r>
              <a:rPr lang="it-IT" sz="3800" dirty="0" err="1"/>
              <a:t>without</a:t>
            </a:r>
            <a:r>
              <a:rPr lang="it-IT" sz="3800" dirty="0"/>
              <a:t> </a:t>
            </a:r>
            <a:r>
              <a:rPr lang="it-IT" sz="3800" dirty="0" err="1"/>
              <a:t>seed</a:t>
            </a:r>
            <a:r>
              <a:rPr lang="it-IT" sz="3800" dirty="0"/>
              <a:t> </a:t>
            </a:r>
            <a:r>
              <a:rPr lang="it-IT" sz="3800" dirty="0" err="1"/>
              <a:t>initialization</a:t>
            </a:r>
            <a:endParaRPr lang="it-IT" sz="3800" dirty="0"/>
          </a:p>
        </p:txBody>
      </p:sp>
      <p:pic>
        <p:nvPicPr>
          <p:cNvPr id="5" name="Immagine 4">
            <a:extLst>
              <a:ext uri="{FF2B5EF4-FFF2-40B4-BE49-F238E27FC236}">
                <a16:creationId xmlns:a16="http://schemas.microsoft.com/office/drawing/2014/main" id="{2EAD3D22-36B0-F7AC-FAE1-7B9B10FC2149}"/>
              </a:ext>
            </a:extLst>
          </p:cNvPr>
          <p:cNvPicPr>
            <a:picLocks noChangeAspect="1"/>
          </p:cNvPicPr>
          <p:nvPr/>
        </p:nvPicPr>
        <p:blipFill>
          <a:blip r:embed="rId2"/>
          <a:srcRect b="25205"/>
          <a:stretch>
            <a:fillRect/>
          </a:stretch>
        </p:blipFill>
        <p:spPr>
          <a:xfrm>
            <a:off x="527051" y="1301889"/>
            <a:ext cx="5856981" cy="1767071"/>
          </a:xfrm>
          <a:prstGeom prst="rect">
            <a:avLst/>
          </a:prstGeom>
        </p:spPr>
      </p:pic>
      <p:pic>
        <p:nvPicPr>
          <p:cNvPr id="7" name="Immagine 6">
            <a:extLst>
              <a:ext uri="{FF2B5EF4-FFF2-40B4-BE49-F238E27FC236}">
                <a16:creationId xmlns:a16="http://schemas.microsoft.com/office/drawing/2014/main" id="{B6A66FB9-3586-864F-24FC-91D0CAE4714A}"/>
              </a:ext>
            </a:extLst>
          </p:cNvPr>
          <p:cNvPicPr>
            <a:picLocks noChangeAspect="1"/>
          </p:cNvPicPr>
          <p:nvPr/>
        </p:nvPicPr>
        <p:blipFill>
          <a:blip r:embed="rId3"/>
          <a:stretch>
            <a:fillRect/>
          </a:stretch>
        </p:blipFill>
        <p:spPr>
          <a:xfrm>
            <a:off x="7651121" y="1772816"/>
            <a:ext cx="3240360" cy="894956"/>
          </a:xfrm>
          <a:prstGeom prst="rect">
            <a:avLst/>
          </a:prstGeom>
        </p:spPr>
      </p:pic>
      <p:pic>
        <p:nvPicPr>
          <p:cNvPr id="11" name="Immagine 10">
            <a:extLst>
              <a:ext uri="{FF2B5EF4-FFF2-40B4-BE49-F238E27FC236}">
                <a16:creationId xmlns:a16="http://schemas.microsoft.com/office/drawing/2014/main" id="{475CB4B3-B6A9-408B-C781-1B149152E537}"/>
              </a:ext>
            </a:extLst>
          </p:cNvPr>
          <p:cNvPicPr>
            <a:picLocks noChangeAspect="1"/>
          </p:cNvPicPr>
          <p:nvPr/>
        </p:nvPicPr>
        <p:blipFill>
          <a:blip r:embed="rId4"/>
          <a:stretch>
            <a:fillRect/>
          </a:stretch>
        </p:blipFill>
        <p:spPr>
          <a:xfrm>
            <a:off x="7651121" y="4699918"/>
            <a:ext cx="3125042" cy="788701"/>
          </a:xfrm>
          <a:prstGeom prst="rect">
            <a:avLst/>
          </a:prstGeom>
        </p:spPr>
      </p:pic>
      <p:pic>
        <p:nvPicPr>
          <p:cNvPr id="15" name="Immagine 14">
            <a:extLst>
              <a:ext uri="{FF2B5EF4-FFF2-40B4-BE49-F238E27FC236}">
                <a16:creationId xmlns:a16="http://schemas.microsoft.com/office/drawing/2014/main" id="{AEFC9259-CB31-959F-B621-DCAB81D39EAD}"/>
              </a:ext>
            </a:extLst>
          </p:cNvPr>
          <p:cNvPicPr>
            <a:picLocks noChangeAspect="1"/>
          </p:cNvPicPr>
          <p:nvPr/>
        </p:nvPicPr>
        <p:blipFill>
          <a:blip r:embed="rId5"/>
          <a:srcRect b="22597"/>
          <a:stretch>
            <a:fillRect/>
          </a:stretch>
        </p:blipFill>
        <p:spPr>
          <a:xfrm>
            <a:off x="527050" y="3912225"/>
            <a:ext cx="5856981" cy="2364089"/>
          </a:xfrm>
          <a:prstGeom prst="rect">
            <a:avLst/>
          </a:prstGeom>
        </p:spPr>
      </p:pic>
      <p:sp>
        <p:nvSpPr>
          <p:cNvPr id="20" name="CasellaDiTesto 19">
            <a:extLst>
              <a:ext uri="{FF2B5EF4-FFF2-40B4-BE49-F238E27FC236}">
                <a16:creationId xmlns:a16="http://schemas.microsoft.com/office/drawing/2014/main" id="{73A9C4C1-0113-2A8C-ED73-6D8C956BEB5B}"/>
              </a:ext>
            </a:extLst>
          </p:cNvPr>
          <p:cNvSpPr txBox="1"/>
          <p:nvPr/>
        </p:nvSpPr>
        <p:spPr>
          <a:xfrm>
            <a:off x="7651121" y="1301889"/>
            <a:ext cx="3240360" cy="369332"/>
          </a:xfrm>
          <a:prstGeom prst="rect">
            <a:avLst/>
          </a:prstGeom>
          <a:noFill/>
        </p:spPr>
        <p:txBody>
          <a:bodyPr wrap="square" rtlCol="0">
            <a:spAutoFit/>
          </a:bodyPr>
          <a:lstStyle/>
          <a:p>
            <a:r>
              <a:rPr lang="it-IT" b="1" dirty="0" err="1">
                <a:solidFill>
                  <a:srgbClr val="FF0000"/>
                </a:solidFill>
              </a:rPr>
              <a:t>Results</a:t>
            </a:r>
            <a:r>
              <a:rPr lang="it-IT" b="1" dirty="0">
                <a:solidFill>
                  <a:srgbClr val="FF0000"/>
                </a:solidFill>
              </a:rPr>
              <a:t>:</a:t>
            </a:r>
          </a:p>
        </p:txBody>
      </p:sp>
      <p:sp>
        <p:nvSpPr>
          <p:cNvPr id="21" name="CasellaDiTesto 20">
            <a:extLst>
              <a:ext uri="{FF2B5EF4-FFF2-40B4-BE49-F238E27FC236}">
                <a16:creationId xmlns:a16="http://schemas.microsoft.com/office/drawing/2014/main" id="{C0D6DF9C-852B-D26D-199A-8BBCAB0C3889}"/>
              </a:ext>
            </a:extLst>
          </p:cNvPr>
          <p:cNvSpPr txBox="1"/>
          <p:nvPr/>
        </p:nvSpPr>
        <p:spPr>
          <a:xfrm>
            <a:off x="7593462" y="4185050"/>
            <a:ext cx="3240360" cy="369332"/>
          </a:xfrm>
          <a:prstGeom prst="rect">
            <a:avLst/>
          </a:prstGeom>
          <a:noFill/>
        </p:spPr>
        <p:txBody>
          <a:bodyPr wrap="square" rtlCol="0">
            <a:spAutoFit/>
          </a:bodyPr>
          <a:lstStyle/>
          <a:p>
            <a:r>
              <a:rPr lang="it-IT" b="1" dirty="0" err="1">
                <a:solidFill>
                  <a:srgbClr val="FF0000"/>
                </a:solidFill>
              </a:rPr>
              <a:t>Results</a:t>
            </a:r>
            <a:r>
              <a:rPr lang="it-IT" b="1" dirty="0">
                <a:solidFill>
                  <a:srgbClr val="FF0000"/>
                </a:solidFill>
              </a:rPr>
              <a:t>:</a:t>
            </a:r>
          </a:p>
        </p:txBody>
      </p:sp>
    </p:spTree>
    <p:extLst>
      <p:ext uri="{BB962C8B-B14F-4D97-AF65-F5344CB8AC3E}">
        <p14:creationId xmlns:p14="http://schemas.microsoft.com/office/powerpoint/2010/main" val="1705354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93B5184-DDD8-B4DD-386C-2F265F8DDFF5}"/>
              </a:ext>
            </a:extLst>
          </p:cNvPr>
          <p:cNvSpPr>
            <a:spLocks noGrp="1"/>
          </p:cNvSpPr>
          <p:nvPr>
            <p:ph type="title"/>
          </p:nvPr>
        </p:nvSpPr>
        <p:spPr>
          <a:xfrm>
            <a:off x="527050" y="380269"/>
            <a:ext cx="9673405" cy="792088"/>
          </a:xfrm>
        </p:spPr>
        <p:txBody>
          <a:bodyPr/>
          <a:lstStyle/>
          <a:p>
            <a:r>
              <a:rPr lang="it-IT" sz="3800" dirty="0"/>
              <a:t>SHA1PRNG with </a:t>
            </a:r>
            <a:r>
              <a:rPr lang="it-IT" sz="3800" dirty="0" err="1"/>
              <a:t>automatic</a:t>
            </a:r>
            <a:r>
              <a:rPr lang="it-IT" sz="3800" dirty="0"/>
              <a:t> </a:t>
            </a:r>
            <a:r>
              <a:rPr lang="it-IT" sz="3800" dirty="0" err="1"/>
              <a:t>seed</a:t>
            </a:r>
            <a:r>
              <a:rPr lang="it-IT" sz="3800" dirty="0"/>
              <a:t> </a:t>
            </a:r>
            <a:r>
              <a:rPr lang="it-IT" sz="3800" dirty="0" err="1"/>
              <a:t>initialization</a:t>
            </a:r>
            <a:endParaRPr lang="it-IT" sz="3800" dirty="0"/>
          </a:p>
        </p:txBody>
      </p:sp>
      <p:sp>
        <p:nvSpPr>
          <p:cNvPr id="20" name="CasellaDiTesto 19">
            <a:extLst>
              <a:ext uri="{FF2B5EF4-FFF2-40B4-BE49-F238E27FC236}">
                <a16:creationId xmlns:a16="http://schemas.microsoft.com/office/drawing/2014/main" id="{28371929-F3E5-43A4-47D3-B64E3DC647EE}"/>
              </a:ext>
            </a:extLst>
          </p:cNvPr>
          <p:cNvSpPr txBox="1"/>
          <p:nvPr/>
        </p:nvSpPr>
        <p:spPr>
          <a:xfrm>
            <a:off x="7651121" y="2060848"/>
            <a:ext cx="3240360" cy="369332"/>
          </a:xfrm>
          <a:prstGeom prst="rect">
            <a:avLst/>
          </a:prstGeom>
          <a:noFill/>
        </p:spPr>
        <p:txBody>
          <a:bodyPr wrap="square" rtlCol="0">
            <a:spAutoFit/>
          </a:bodyPr>
          <a:lstStyle/>
          <a:p>
            <a:r>
              <a:rPr lang="it-IT" b="1" dirty="0" err="1">
                <a:solidFill>
                  <a:srgbClr val="FF0000"/>
                </a:solidFill>
              </a:rPr>
              <a:t>Results</a:t>
            </a:r>
            <a:r>
              <a:rPr lang="it-IT" b="1" dirty="0">
                <a:solidFill>
                  <a:srgbClr val="FF0000"/>
                </a:solidFill>
              </a:rPr>
              <a:t>:</a:t>
            </a:r>
          </a:p>
        </p:txBody>
      </p:sp>
      <p:pic>
        <p:nvPicPr>
          <p:cNvPr id="23" name="Immagine 22">
            <a:extLst>
              <a:ext uri="{FF2B5EF4-FFF2-40B4-BE49-F238E27FC236}">
                <a16:creationId xmlns:a16="http://schemas.microsoft.com/office/drawing/2014/main" id="{63409A47-603E-9BDE-F1B0-331A033F1399}"/>
              </a:ext>
            </a:extLst>
          </p:cNvPr>
          <p:cNvPicPr>
            <a:picLocks noChangeAspect="1"/>
          </p:cNvPicPr>
          <p:nvPr/>
        </p:nvPicPr>
        <p:blipFill>
          <a:blip r:embed="rId2"/>
          <a:stretch>
            <a:fillRect/>
          </a:stretch>
        </p:blipFill>
        <p:spPr>
          <a:xfrm>
            <a:off x="527051" y="2060849"/>
            <a:ext cx="5568949" cy="2692678"/>
          </a:xfrm>
          <a:prstGeom prst="rect">
            <a:avLst/>
          </a:prstGeom>
        </p:spPr>
      </p:pic>
      <p:pic>
        <p:nvPicPr>
          <p:cNvPr id="25" name="Immagine 24">
            <a:extLst>
              <a:ext uri="{FF2B5EF4-FFF2-40B4-BE49-F238E27FC236}">
                <a16:creationId xmlns:a16="http://schemas.microsoft.com/office/drawing/2014/main" id="{5C96F47D-9961-C9FF-F41B-1A6FE0E5163D}"/>
              </a:ext>
            </a:extLst>
          </p:cNvPr>
          <p:cNvPicPr>
            <a:picLocks noChangeAspect="1"/>
          </p:cNvPicPr>
          <p:nvPr/>
        </p:nvPicPr>
        <p:blipFill>
          <a:blip r:embed="rId3"/>
          <a:stretch>
            <a:fillRect/>
          </a:stretch>
        </p:blipFill>
        <p:spPr>
          <a:xfrm>
            <a:off x="7592792" y="2675824"/>
            <a:ext cx="3357018" cy="756085"/>
          </a:xfrm>
          <a:prstGeom prst="rect">
            <a:avLst/>
          </a:prstGeom>
        </p:spPr>
      </p:pic>
    </p:spTree>
    <p:extLst>
      <p:ext uri="{BB962C8B-B14F-4D97-AF65-F5344CB8AC3E}">
        <p14:creationId xmlns:p14="http://schemas.microsoft.com/office/powerpoint/2010/main" val="3419801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8A284-DDE1-A936-F7D0-5710260F61F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624B67-B14D-BE92-ECF5-FEF082D3B52A}"/>
              </a:ext>
            </a:extLst>
          </p:cNvPr>
          <p:cNvSpPr>
            <a:spLocks noGrp="1"/>
          </p:cNvSpPr>
          <p:nvPr>
            <p:ph type="title"/>
          </p:nvPr>
        </p:nvSpPr>
        <p:spPr>
          <a:xfrm>
            <a:off x="527050" y="380269"/>
            <a:ext cx="9673405" cy="792088"/>
          </a:xfrm>
        </p:spPr>
        <p:txBody>
          <a:bodyPr/>
          <a:lstStyle/>
          <a:p>
            <a:r>
              <a:rPr lang="it-IT" sz="3800" dirty="0"/>
              <a:t>DRBG (1)</a:t>
            </a:r>
          </a:p>
        </p:txBody>
      </p:sp>
      <p:pic>
        <p:nvPicPr>
          <p:cNvPr id="4" name="Immagine 3">
            <a:extLst>
              <a:ext uri="{FF2B5EF4-FFF2-40B4-BE49-F238E27FC236}">
                <a16:creationId xmlns:a16="http://schemas.microsoft.com/office/drawing/2014/main" id="{BE8ABB62-90E0-165E-74A8-16E42D52B69F}"/>
              </a:ext>
            </a:extLst>
          </p:cNvPr>
          <p:cNvPicPr>
            <a:picLocks noChangeAspect="1"/>
          </p:cNvPicPr>
          <p:nvPr/>
        </p:nvPicPr>
        <p:blipFill>
          <a:blip r:embed="rId2"/>
          <a:stretch>
            <a:fillRect/>
          </a:stretch>
        </p:blipFill>
        <p:spPr>
          <a:xfrm>
            <a:off x="1447613" y="2420888"/>
            <a:ext cx="9296774" cy="1438921"/>
          </a:xfrm>
          <a:prstGeom prst="rect">
            <a:avLst/>
          </a:prstGeom>
        </p:spPr>
      </p:pic>
      <p:pic>
        <p:nvPicPr>
          <p:cNvPr id="6" name="Immagine 5">
            <a:extLst>
              <a:ext uri="{FF2B5EF4-FFF2-40B4-BE49-F238E27FC236}">
                <a16:creationId xmlns:a16="http://schemas.microsoft.com/office/drawing/2014/main" id="{7CCBE223-EA21-B1A6-2887-8FB34EE52ECB}"/>
              </a:ext>
            </a:extLst>
          </p:cNvPr>
          <p:cNvPicPr>
            <a:picLocks noChangeAspect="1"/>
          </p:cNvPicPr>
          <p:nvPr/>
        </p:nvPicPr>
        <p:blipFill>
          <a:blip r:embed="rId3"/>
          <a:stretch>
            <a:fillRect/>
          </a:stretch>
        </p:blipFill>
        <p:spPr>
          <a:xfrm>
            <a:off x="4142498" y="4941168"/>
            <a:ext cx="3907003" cy="827158"/>
          </a:xfrm>
          <a:prstGeom prst="rect">
            <a:avLst/>
          </a:prstGeom>
        </p:spPr>
      </p:pic>
    </p:spTree>
    <p:extLst>
      <p:ext uri="{BB962C8B-B14F-4D97-AF65-F5344CB8AC3E}">
        <p14:creationId xmlns:p14="http://schemas.microsoft.com/office/powerpoint/2010/main" val="3469679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915BD-83A1-0614-7045-B9A4079B9E8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7BE1882-424A-0F9C-7A61-C5AB1A137E9C}"/>
              </a:ext>
            </a:extLst>
          </p:cNvPr>
          <p:cNvSpPr>
            <a:spLocks noGrp="1"/>
          </p:cNvSpPr>
          <p:nvPr>
            <p:ph type="title"/>
          </p:nvPr>
        </p:nvSpPr>
        <p:spPr>
          <a:xfrm>
            <a:off x="527050" y="380269"/>
            <a:ext cx="9673405" cy="792088"/>
          </a:xfrm>
        </p:spPr>
        <p:txBody>
          <a:bodyPr/>
          <a:lstStyle/>
          <a:p>
            <a:r>
              <a:rPr lang="it-IT" sz="3800" dirty="0"/>
              <a:t>DRBG (2)</a:t>
            </a:r>
          </a:p>
        </p:txBody>
      </p:sp>
      <p:pic>
        <p:nvPicPr>
          <p:cNvPr id="5" name="Immagine 4">
            <a:extLst>
              <a:ext uri="{FF2B5EF4-FFF2-40B4-BE49-F238E27FC236}">
                <a16:creationId xmlns:a16="http://schemas.microsoft.com/office/drawing/2014/main" id="{DAD3AC3E-38A7-A23A-99DA-2A3D2EE97116}"/>
              </a:ext>
            </a:extLst>
          </p:cNvPr>
          <p:cNvPicPr>
            <a:picLocks noChangeAspect="1"/>
          </p:cNvPicPr>
          <p:nvPr/>
        </p:nvPicPr>
        <p:blipFill>
          <a:blip r:embed="rId2"/>
          <a:stretch>
            <a:fillRect/>
          </a:stretch>
        </p:blipFill>
        <p:spPr>
          <a:xfrm>
            <a:off x="1512821" y="1412776"/>
            <a:ext cx="9166358" cy="2194606"/>
          </a:xfrm>
          <a:prstGeom prst="rect">
            <a:avLst/>
          </a:prstGeom>
        </p:spPr>
      </p:pic>
      <p:pic>
        <p:nvPicPr>
          <p:cNvPr id="7" name="Immagine 6">
            <a:extLst>
              <a:ext uri="{FF2B5EF4-FFF2-40B4-BE49-F238E27FC236}">
                <a16:creationId xmlns:a16="http://schemas.microsoft.com/office/drawing/2014/main" id="{458BF179-F671-2FC7-D603-823304A8060E}"/>
              </a:ext>
            </a:extLst>
          </p:cNvPr>
          <p:cNvPicPr>
            <a:picLocks noChangeAspect="1"/>
          </p:cNvPicPr>
          <p:nvPr/>
        </p:nvPicPr>
        <p:blipFill>
          <a:blip r:embed="rId3"/>
          <a:stretch>
            <a:fillRect/>
          </a:stretch>
        </p:blipFill>
        <p:spPr>
          <a:xfrm>
            <a:off x="1512821" y="4625831"/>
            <a:ext cx="3560539" cy="936104"/>
          </a:xfrm>
          <a:prstGeom prst="rect">
            <a:avLst/>
          </a:prstGeom>
        </p:spPr>
      </p:pic>
      <p:pic>
        <p:nvPicPr>
          <p:cNvPr id="9" name="Immagine 8">
            <a:extLst>
              <a:ext uri="{FF2B5EF4-FFF2-40B4-BE49-F238E27FC236}">
                <a16:creationId xmlns:a16="http://schemas.microsoft.com/office/drawing/2014/main" id="{4DB1FC17-5268-71B3-FAAF-FCF58C690CE3}"/>
              </a:ext>
            </a:extLst>
          </p:cNvPr>
          <p:cNvPicPr>
            <a:picLocks noChangeAspect="1"/>
          </p:cNvPicPr>
          <p:nvPr/>
        </p:nvPicPr>
        <p:blipFill>
          <a:blip r:embed="rId4"/>
          <a:stretch>
            <a:fillRect/>
          </a:stretch>
        </p:blipFill>
        <p:spPr>
          <a:xfrm>
            <a:off x="7118642" y="4625831"/>
            <a:ext cx="3308646" cy="936104"/>
          </a:xfrm>
          <a:prstGeom prst="rect">
            <a:avLst/>
          </a:prstGeom>
        </p:spPr>
      </p:pic>
      <p:sp>
        <p:nvSpPr>
          <p:cNvPr id="10" name="CasellaDiTesto 9">
            <a:extLst>
              <a:ext uri="{FF2B5EF4-FFF2-40B4-BE49-F238E27FC236}">
                <a16:creationId xmlns:a16="http://schemas.microsoft.com/office/drawing/2014/main" id="{305C6F24-2B8D-DADB-0EBE-6A58F7800971}"/>
              </a:ext>
            </a:extLst>
          </p:cNvPr>
          <p:cNvSpPr txBox="1"/>
          <p:nvPr/>
        </p:nvSpPr>
        <p:spPr>
          <a:xfrm>
            <a:off x="1512821" y="4221088"/>
            <a:ext cx="3560539" cy="369332"/>
          </a:xfrm>
          <a:prstGeom prst="rect">
            <a:avLst/>
          </a:prstGeom>
          <a:noFill/>
        </p:spPr>
        <p:txBody>
          <a:bodyPr wrap="square" rtlCol="0">
            <a:spAutoFit/>
          </a:bodyPr>
          <a:lstStyle/>
          <a:p>
            <a:r>
              <a:rPr lang="it-IT" dirty="0"/>
              <a:t>First Execution:</a:t>
            </a:r>
          </a:p>
        </p:txBody>
      </p:sp>
      <p:sp>
        <p:nvSpPr>
          <p:cNvPr id="11" name="CasellaDiTesto 10">
            <a:extLst>
              <a:ext uri="{FF2B5EF4-FFF2-40B4-BE49-F238E27FC236}">
                <a16:creationId xmlns:a16="http://schemas.microsoft.com/office/drawing/2014/main" id="{E72D556B-58B9-4A3E-752A-FE5C7D0D4C74}"/>
              </a:ext>
            </a:extLst>
          </p:cNvPr>
          <p:cNvSpPr txBox="1"/>
          <p:nvPr/>
        </p:nvSpPr>
        <p:spPr>
          <a:xfrm>
            <a:off x="7100975" y="4256499"/>
            <a:ext cx="3560539" cy="369332"/>
          </a:xfrm>
          <a:prstGeom prst="rect">
            <a:avLst/>
          </a:prstGeom>
          <a:noFill/>
        </p:spPr>
        <p:txBody>
          <a:bodyPr wrap="square" rtlCol="0">
            <a:spAutoFit/>
          </a:bodyPr>
          <a:lstStyle/>
          <a:p>
            <a:r>
              <a:rPr lang="it-IT" dirty="0"/>
              <a:t>Second Execution:</a:t>
            </a:r>
          </a:p>
        </p:txBody>
      </p:sp>
    </p:spTree>
    <p:extLst>
      <p:ext uri="{BB962C8B-B14F-4D97-AF65-F5344CB8AC3E}">
        <p14:creationId xmlns:p14="http://schemas.microsoft.com/office/powerpoint/2010/main" val="3340873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1BAB3-83EC-4658-7D05-39ED4C91A4A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0D0FF87-6C9C-38A6-838E-D80E8B22A76B}"/>
              </a:ext>
            </a:extLst>
          </p:cNvPr>
          <p:cNvSpPr>
            <a:spLocks noGrp="1"/>
          </p:cNvSpPr>
          <p:nvPr>
            <p:ph type="title"/>
          </p:nvPr>
        </p:nvSpPr>
        <p:spPr>
          <a:xfrm>
            <a:off x="527050" y="380269"/>
            <a:ext cx="9673405" cy="792088"/>
          </a:xfrm>
        </p:spPr>
        <p:txBody>
          <a:bodyPr/>
          <a:lstStyle/>
          <a:p>
            <a:r>
              <a:rPr lang="it-IT" sz="3800" dirty="0"/>
              <a:t>Strong </a:t>
            </a:r>
            <a:r>
              <a:rPr lang="it-IT" sz="3800" dirty="0" err="1"/>
              <a:t>Instance</a:t>
            </a:r>
            <a:endParaRPr lang="it-IT" sz="3800" dirty="0"/>
          </a:p>
        </p:txBody>
      </p:sp>
      <p:pic>
        <p:nvPicPr>
          <p:cNvPr id="4" name="Immagine 3">
            <a:extLst>
              <a:ext uri="{FF2B5EF4-FFF2-40B4-BE49-F238E27FC236}">
                <a16:creationId xmlns:a16="http://schemas.microsoft.com/office/drawing/2014/main" id="{FBB4ECC2-EF4D-E44A-24C7-CB7F565FFFEF}"/>
              </a:ext>
            </a:extLst>
          </p:cNvPr>
          <p:cNvPicPr>
            <a:picLocks noChangeAspect="1"/>
          </p:cNvPicPr>
          <p:nvPr/>
        </p:nvPicPr>
        <p:blipFill>
          <a:blip r:embed="rId2"/>
          <a:stretch>
            <a:fillRect/>
          </a:stretch>
        </p:blipFill>
        <p:spPr>
          <a:xfrm>
            <a:off x="527050" y="1556792"/>
            <a:ext cx="6793086" cy="2189985"/>
          </a:xfrm>
          <a:prstGeom prst="rect">
            <a:avLst/>
          </a:prstGeom>
        </p:spPr>
      </p:pic>
      <p:pic>
        <p:nvPicPr>
          <p:cNvPr id="8" name="Immagine 7">
            <a:extLst>
              <a:ext uri="{FF2B5EF4-FFF2-40B4-BE49-F238E27FC236}">
                <a16:creationId xmlns:a16="http://schemas.microsoft.com/office/drawing/2014/main" id="{901DFAE5-3A63-3B11-AFE8-20538D5DEEB9}"/>
              </a:ext>
            </a:extLst>
          </p:cNvPr>
          <p:cNvPicPr>
            <a:picLocks noChangeAspect="1"/>
          </p:cNvPicPr>
          <p:nvPr/>
        </p:nvPicPr>
        <p:blipFill>
          <a:blip r:embed="rId3"/>
          <a:stretch>
            <a:fillRect/>
          </a:stretch>
        </p:blipFill>
        <p:spPr>
          <a:xfrm>
            <a:off x="7884101" y="2204864"/>
            <a:ext cx="3780849" cy="750990"/>
          </a:xfrm>
          <a:prstGeom prst="rect">
            <a:avLst/>
          </a:prstGeom>
        </p:spPr>
      </p:pic>
      <p:pic>
        <p:nvPicPr>
          <p:cNvPr id="13" name="Immagine 12">
            <a:extLst>
              <a:ext uri="{FF2B5EF4-FFF2-40B4-BE49-F238E27FC236}">
                <a16:creationId xmlns:a16="http://schemas.microsoft.com/office/drawing/2014/main" id="{699EBF23-8199-0C34-9512-695573770A0B}"/>
              </a:ext>
            </a:extLst>
          </p:cNvPr>
          <p:cNvPicPr>
            <a:picLocks noChangeAspect="1"/>
          </p:cNvPicPr>
          <p:nvPr/>
        </p:nvPicPr>
        <p:blipFill>
          <a:blip r:embed="rId4"/>
          <a:stretch>
            <a:fillRect/>
          </a:stretch>
        </p:blipFill>
        <p:spPr>
          <a:xfrm>
            <a:off x="527050" y="4131212"/>
            <a:ext cx="6793086" cy="2568237"/>
          </a:xfrm>
          <a:prstGeom prst="rect">
            <a:avLst/>
          </a:prstGeom>
        </p:spPr>
      </p:pic>
      <p:pic>
        <p:nvPicPr>
          <p:cNvPr id="15" name="Immagine 14">
            <a:extLst>
              <a:ext uri="{FF2B5EF4-FFF2-40B4-BE49-F238E27FC236}">
                <a16:creationId xmlns:a16="http://schemas.microsoft.com/office/drawing/2014/main" id="{DBFAD76E-647F-962E-B9E0-F6095BBD09A9}"/>
              </a:ext>
            </a:extLst>
          </p:cNvPr>
          <p:cNvPicPr>
            <a:picLocks noChangeAspect="1"/>
          </p:cNvPicPr>
          <p:nvPr/>
        </p:nvPicPr>
        <p:blipFill>
          <a:blip r:embed="rId5"/>
          <a:stretch>
            <a:fillRect/>
          </a:stretch>
        </p:blipFill>
        <p:spPr>
          <a:xfrm>
            <a:off x="7884101" y="4365104"/>
            <a:ext cx="3377518" cy="705577"/>
          </a:xfrm>
          <a:prstGeom prst="rect">
            <a:avLst/>
          </a:prstGeom>
        </p:spPr>
      </p:pic>
      <p:pic>
        <p:nvPicPr>
          <p:cNvPr id="17" name="Immagine 16">
            <a:extLst>
              <a:ext uri="{FF2B5EF4-FFF2-40B4-BE49-F238E27FC236}">
                <a16:creationId xmlns:a16="http://schemas.microsoft.com/office/drawing/2014/main" id="{D53C8B52-DA07-A106-4749-C7E93F8B1EED}"/>
              </a:ext>
            </a:extLst>
          </p:cNvPr>
          <p:cNvPicPr>
            <a:picLocks noChangeAspect="1"/>
          </p:cNvPicPr>
          <p:nvPr/>
        </p:nvPicPr>
        <p:blipFill>
          <a:blip r:embed="rId6"/>
          <a:stretch>
            <a:fillRect/>
          </a:stretch>
        </p:blipFill>
        <p:spPr>
          <a:xfrm>
            <a:off x="7884101" y="5415330"/>
            <a:ext cx="3490741" cy="705576"/>
          </a:xfrm>
          <a:prstGeom prst="rect">
            <a:avLst/>
          </a:prstGeom>
        </p:spPr>
      </p:pic>
    </p:spTree>
    <p:extLst>
      <p:ext uri="{BB962C8B-B14F-4D97-AF65-F5344CB8AC3E}">
        <p14:creationId xmlns:p14="http://schemas.microsoft.com/office/powerpoint/2010/main" val="304902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58687B-67B6-0BE8-AFC6-7F9133A6F3C2}"/>
              </a:ext>
            </a:extLst>
          </p:cNvPr>
          <p:cNvSpPr>
            <a:spLocks noGrp="1"/>
          </p:cNvSpPr>
          <p:nvPr>
            <p:ph type="title"/>
          </p:nvPr>
        </p:nvSpPr>
        <p:spPr/>
        <p:txBody>
          <a:bodyPr/>
          <a:lstStyle/>
          <a:p>
            <a:r>
              <a:rPr lang="it-IT" sz="3800" dirty="0" err="1"/>
              <a:t>What</a:t>
            </a:r>
            <a:r>
              <a:rPr lang="it-IT" sz="3800" dirty="0"/>
              <a:t> </a:t>
            </a:r>
            <a:r>
              <a:rPr lang="it-IT" sz="3800" dirty="0" err="1"/>
              <a:t>did</a:t>
            </a:r>
            <a:r>
              <a:rPr lang="it-IT" sz="3800" dirty="0"/>
              <a:t> </a:t>
            </a:r>
            <a:r>
              <a:rPr lang="it-IT" sz="3800" dirty="0" err="1"/>
              <a:t>we</a:t>
            </a:r>
            <a:r>
              <a:rPr lang="it-IT" sz="3800" dirty="0"/>
              <a:t> </a:t>
            </a:r>
            <a:r>
              <a:rPr lang="it-IT" sz="3800" dirty="0" err="1"/>
              <a:t>learn</a:t>
            </a:r>
            <a:r>
              <a:rPr lang="it-IT" sz="3800" dirty="0"/>
              <a:t>?</a:t>
            </a:r>
          </a:p>
        </p:txBody>
      </p:sp>
      <p:sp>
        <p:nvSpPr>
          <p:cNvPr id="3" name="Segnaposto testo 2">
            <a:extLst>
              <a:ext uri="{FF2B5EF4-FFF2-40B4-BE49-F238E27FC236}">
                <a16:creationId xmlns:a16="http://schemas.microsoft.com/office/drawing/2014/main" id="{E7C4C02F-FB2D-6DA7-D5E1-1D9EA05046EE}"/>
              </a:ext>
            </a:extLst>
          </p:cNvPr>
          <p:cNvSpPr>
            <a:spLocks noGrp="1"/>
          </p:cNvSpPr>
          <p:nvPr>
            <p:ph type="body" sz="quarter" idx="11"/>
          </p:nvPr>
        </p:nvSpPr>
        <p:spPr/>
        <p:txBody>
          <a:bodyPr/>
          <a:lstStyle/>
          <a:p>
            <a:pPr marL="457200" indent="-457200">
              <a:buFont typeface="+mj-lt"/>
              <a:buAutoNum type="arabicPeriod"/>
            </a:pPr>
            <a:r>
              <a:rPr lang="it-IT" sz="2400" b="1" u="sng" dirty="0"/>
              <a:t>Always use SecureRandom</a:t>
            </a:r>
            <a:r>
              <a:rPr lang="it-IT" sz="2400" dirty="0"/>
              <a:t>. </a:t>
            </a:r>
            <a:r>
              <a:rPr lang="it-IT" sz="2400" b="1" dirty="0"/>
              <a:t>DO NOT </a:t>
            </a:r>
            <a:r>
              <a:rPr lang="it-IT" sz="2400" dirty="0"/>
              <a:t>use Random class to generate random </a:t>
            </a:r>
            <a:r>
              <a:rPr lang="it-IT" sz="2400" dirty="0" err="1"/>
              <a:t>values</a:t>
            </a:r>
            <a:r>
              <a:rPr lang="it-IT" sz="2400" dirty="0"/>
              <a:t>.</a:t>
            </a:r>
          </a:p>
          <a:p>
            <a:pPr marL="457200" indent="-457200">
              <a:buFont typeface="+mj-lt"/>
              <a:buAutoNum type="arabicPeriod"/>
            </a:pPr>
            <a:endParaRPr lang="it-IT" sz="2400" dirty="0"/>
          </a:p>
          <a:p>
            <a:pPr marL="457200" indent="-457200">
              <a:buFont typeface="+mj-lt"/>
              <a:buAutoNum type="arabicPeriod"/>
            </a:pPr>
            <a:r>
              <a:rPr lang="it-IT" sz="2400" dirty="0"/>
              <a:t>SHA1PRNG is </a:t>
            </a:r>
            <a:r>
              <a:rPr lang="it-IT" sz="2400" b="1" dirty="0"/>
              <a:t>NOT </a:t>
            </a:r>
            <a:r>
              <a:rPr lang="it-IT" sz="2400" b="1" dirty="0" err="1"/>
              <a:t>considered</a:t>
            </a:r>
            <a:r>
              <a:rPr lang="it-IT" sz="2400" b="1" dirty="0"/>
              <a:t> secure</a:t>
            </a:r>
            <a:r>
              <a:rPr lang="it-IT" sz="2400" dirty="0"/>
              <a:t> and </a:t>
            </a:r>
            <a:r>
              <a:rPr lang="it-IT" sz="2400" dirty="0" err="1"/>
              <a:t>should</a:t>
            </a:r>
            <a:r>
              <a:rPr lang="it-IT" sz="2400" dirty="0"/>
              <a:t> </a:t>
            </a:r>
            <a:r>
              <a:rPr lang="it-IT" sz="2400" dirty="0" err="1"/>
              <a:t>not</a:t>
            </a:r>
            <a:r>
              <a:rPr lang="it-IT" sz="2400" dirty="0"/>
              <a:t> be </a:t>
            </a:r>
            <a:r>
              <a:rPr lang="it-IT" sz="2400" dirty="0" err="1"/>
              <a:t>used</a:t>
            </a:r>
            <a:r>
              <a:rPr lang="it-IT" sz="2400" dirty="0"/>
              <a:t>.</a:t>
            </a:r>
          </a:p>
          <a:p>
            <a:pPr marL="457200" indent="-457200">
              <a:buFont typeface="+mj-lt"/>
              <a:buAutoNum type="arabicPeriod"/>
            </a:pPr>
            <a:endParaRPr lang="it-IT" sz="2400" dirty="0"/>
          </a:p>
          <a:p>
            <a:pPr marL="457200" indent="-457200">
              <a:buFont typeface="+mj-lt"/>
              <a:buAutoNum type="arabicPeriod"/>
            </a:pPr>
            <a:r>
              <a:rPr lang="it-IT" sz="2400" dirty="0" err="1"/>
              <a:t>Let</a:t>
            </a:r>
            <a:r>
              <a:rPr lang="it-IT" sz="2400" dirty="0"/>
              <a:t> the framework </a:t>
            </a:r>
            <a:r>
              <a:rPr lang="it-IT" sz="2400" b="1" u="sng" dirty="0"/>
              <a:t>auto-</a:t>
            </a:r>
            <a:r>
              <a:rPr lang="it-IT" sz="2400" b="1" u="sng" dirty="0" err="1"/>
              <a:t>initialize</a:t>
            </a:r>
            <a:r>
              <a:rPr lang="it-IT" sz="2400" b="1" u="sng" dirty="0"/>
              <a:t> the </a:t>
            </a:r>
            <a:r>
              <a:rPr lang="it-IT" sz="2400" b="1" u="sng" dirty="0" err="1"/>
              <a:t>seed</a:t>
            </a:r>
            <a:r>
              <a:rPr lang="it-IT" sz="2400" dirty="0"/>
              <a:t>. Do </a:t>
            </a:r>
            <a:r>
              <a:rPr lang="it-IT" sz="2400" dirty="0" err="1"/>
              <a:t>not</a:t>
            </a:r>
            <a:r>
              <a:rPr lang="it-IT" sz="2400" dirty="0"/>
              <a:t> use </a:t>
            </a:r>
            <a:r>
              <a:rPr lang="it-IT" sz="2400" dirty="0" err="1"/>
              <a:t>setSeed</a:t>
            </a:r>
            <a:r>
              <a:rPr lang="it-IT" sz="2400" dirty="0"/>
              <a:t> or use </a:t>
            </a:r>
            <a:r>
              <a:rPr lang="it-IT" sz="2400" dirty="0" err="1"/>
              <a:t>it</a:t>
            </a:r>
            <a:r>
              <a:rPr lang="it-IT" sz="2400" dirty="0"/>
              <a:t> </a:t>
            </a:r>
            <a:r>
              <a:rPr lang="it-IT" sz="2400" dirty="0" err="1"/>
              <a:t>only</a:t>
            </a:r>
            <a:r>
              <a:rPr lang="it-IT" sz="2400" dirty="0"/>
              <a:t> after a nextBytes (or </a:t>
            </a:r>
            <a:r>
              <a:rPr lang="it-IT" sz="2400" dirty="0" err="1"/>
              <a:t>other</a:t>
            </a:r>
            <a:r>
              <a:rPr lang="it-IT" sz="2400" dirty="0"/>
              <a:t>) call.</a:t>
            </a:r>
          </a:p>
          <a:p>
            <a:pPr marL="457200" indent="-457200">
              <a:buFont typeface="+mj-lt"/>
              <a:buAutoNum type="arabicPeriod"/>
            </a:pPr>
            <a:endParaRPr lang="it-IT" sz="2400" dirty="0"/>
          </a:p>
          <a:p>
            <a:pPr marL="457200" indent="-457200">
              <a:buFont typeface="+mj-lt"/>
              <a:buAutoNum type="arabicPeriod"/>
            </a:pPr>
            <a:r>
              <a:rPr lang="it-IT" sz="2400" dirty="0" err="1"/>
              <a:t>If</a:t>
            </a:r>
            <a:r>
              <a:rPr lang="it-IT" sz="2400" dirty="0"/>
              <a:t> you need to </a:t>
            </a:r>
            <a:r>
              <a:rPr lang="it-IT" sz="2400" dirty="0" err="1"/>
              <a:t>manually</a:t>
            </a:r>
            <a:r>
              <a:rPr lang="it-IT" sz="2400" dirty="0"/>
              <a:t> set a </a:t>
            </a:r>
            <a:r>
              <a:rPr lang="it-IT" sz="2400" dirty="0" err="1"/>
              <a:t>seed</a:t>
            </a:r>
            <a:r>
              <a:rPr lang="it-IT" sz="2400" dirty="0"/>
              <a:t>, </a:t>
            </a:r>
            <a:r>
              <a:rPr lang="it-IT" sz="2400" b="1" u="sng" dirty="0"/>
              <a:t>generate a </a:t>
            </a:r>
            <a:r>
              <a:rPr lang="it-IT" sz="2400" b="1" u="sng" dirty="0" err="1"/>
              <a:t>cryptographically</a:t>
            </a:r>
            <a:r>
              <a:rPr lang="it-IT" sz="2400" b="1" u="sng" dirty="0"/>
              <a:t> secure one</a:t>
            </a:r>
            <a:r>
              <a:rPr lang="it-IT" sz="2400" dirty="0"/>
              <a:t>.</a:t>
            </a:r>
          </a:p>
          <a:p>
            <a:pPr marL="457200" indent="-457200">
              <a:buFont typeface="+mj-lt"/>
              <a:buAutoNum type="arabicPeriod"/>
            </a:pPr>
            <a:endParaRPr lang="it-IT" sz="2400" dirty="0"/>
          </a:p>
          <a:p>
            <a:pPr marL="457200" indent="-457200">
              <a:buFont typeface="+mj-lt"/>
              <a:buAutoNum type="arabicPeriod"/>
            </a:pPr>
            <a:r>
              <a:rPr lang="it-IT" sz="2400" dirty="0" err="1"/>
              <a:t>Even</a:t>
            </a:r>
            <a:r>
              <a:rPr lang="it-IT" sz="2400" dirty="0"/>
              <a:t> </a:t>
            </a:r>
            <a:r>
              <a:rPr lang="it-IT" sz="2400" dirty="0" err="1"/>
              <a:t>though</a:t>
            </a:r>
            <a:r>
              <a:rPr lang="it-IT" sz="2400" dirty="0"/>
              <a:t> </a:t>
            </a:r>
            <a:r>
              <a:rPr lang="it-IT" sz="2400" dirty="0" err="1"/>
              <a:t>getInstanceStrong</a:t>
            </a:r>
            <a:r>
              <a:rPr lang="it-IT" sz="2400" dirty="0"/>
              <a:t> </a:t>
            </a:r>
            <a:r>
              <a:rPr lang="it-IT" sz="2400" dirty="0" err="1"/>
              <a:t>appears</a:t>
            </a:r>
            <a:r>
              <a:rPr lang="it-IT" sz="2400" dirty="0"/>
              <a:t> to be the best option, </a:t>
            </a:r>
            <a:r>
              <a:rPr lang="it-IT" sz="2400" b="1" dirty="0" err="1"/>
              <a:t>it</a:t>
            </a:r>
            <a:r>
              <a:rPr lang="it-IT" sz="2400" b="1" dirty="0"/>
              <a:t> </a:t>
            </a:r>
            <a:r>
              <a:rPr lang="it-IT" sz="2400" b="1" dirty="0" err="1"/>
              <a:t>actually</a:t>
            </a:r>
            <a:r>
              <a:rPr lang="it-IT" sz="2400" b="1" dirty="0"/>
              <a:t> </a:t>
            </a:r>
            <a:r>
              <a:rPr lang="it-IT" sz="2400" b="1" dirty="0" err="1"/>
              <a:t>depends</a:t>
            </a:r>
            <a:r>
              <a:rPr lang="it-IT" sz="2400" dirty="0"/>
              <a:t>.</a:t>
            </a:r>
          </a:p>
          <a:p>
            <a:pPr marL="457200" indent="-457200">
              <a:buFont typeface="+mj-lt"/>
              <a:buAutoNum type="arabicPeriod"/>
            </a:pPr>
            <a:endParaRPr lang="it-IT" sz="2400" dirty="0"/>
          </a:p>
          <a:p>
            <a:pPr marL="457200" indent="-457200">
              <a:buFont typeface="+mj-lt"/>
              <a:buAutoNum type="arabicPeriod"/>
            </a:pPr>
            <a:endParaRPr lang="it-IT" sz="2400" dirty="0"/>
          </a:p>
          <a:p>
            <a:pPr marL="457200" indent="-457200">
              <a:buFont typeface="+mj-lt"/>
              <a:buAutoNum type="arabicPeriod"/>
            </a:pPr>
            <a:endParaRPr lang="it-IT" sz="2400" dirty="0"/>
          </a:p>
        </p:txBody>
      </p:sp>
    </p:spTree>
    <p:extLst>
      <p:ext uri="{BB962C8B-B14F-4D97-AF65-F5344CB8AC3E}">
        <p14:creationId xmlns:p14="http://schemas.microsoft.com/office/powerpoint/2010/main" val="638664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1988F491-D448-ACC4-9E28-7F2B35F0F5D5}"/>
              </a:ext>
            </a:extLst>
          </p:cNvPr>
          <p:cNvSpPr>
            <a:spLocks noGrp="1"/>
          </p:cNvSpPr>
          <p:nvPr>
            <p:ph type="body" sz="quarter" idx="11"/>
          </p:nvPr>
        </p:nvSpPr>
        <p:spPr>
          <a:xfrm>
            <a:off x="527051" y="1412875"/>
            <a:ext cx="8233245" cy="4320381"/>
          </a:xfrm>
        </p:spPr>
        <p:txBody>
          <a:bodyPr/>
          <a:lstStyle/>
          <a:p>
            <a:pPr marL="342900" indent="-342900">
              <a:buFont typeface="Arial" panose="020B0604020202020204" pitchFamily="34" charset="0"/>
              <a:buChar char="•"/>
            </a:pPr>
            <a:r>
              <a:rPr lang="en-GB" sz="2400" noProof="0" dirty="0"/>
              <a:t>To avoid modifications of the information in the unsafe channel, we need a </a:t>
            </a:r>
            <a:r>
              <a:rPr lang="en-GB" sz="2400" b="1" u="sng" noProof="0" dirty="0"/>
              <a:t>hashing function </a:t>
            </a:r>
            <a:r>
              <a:rPr lang="en-GB" sz="2400" noProof="0" dirty="0"/>
              <a:t>that takes in </a:t>
            </a:r>
            <a:r>
              <a:rPr lang="en-GB" sz="2400" b="1" u="sng" noProof="0" dirty="0"/>
              <a:t>input a string of information of any length</a:t>
            </a:r>
            <a:r>
              <a:rPr lang="en-GB" sz="2400" noProof="0" dirty="0"/>
              <a:t> and outputs a </a:t>
            </a:r>
            <a:r>
              <a:rPr lang="en-GB" sz="2400" b="1" u="sng" noProof="0" dirty="0"/>
              <a:t>unique fingerprint of a fixed length</a:t>
            </a:r>
            <a:r>
              <a:rPr lang="en-GB" sz="2400" noProof="0" dirty="0"/>
              <a:t>. </a:t>
            </a:r>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GB" sz="2400" u="sng" noProof="0" dirty="0"/>
              <a:t>Inputting the same string of information into a hashing function always outputs the same fingerprint</a:t>
            </a:r>
            <a:r>
              <a:rPr lang="en-GB" sz="2400" noProof="0" dirty="0"/>
              <a:t>.</a:t>
            </a:r>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GB" sz="2400" u="sng" noProof="0" dirty="0"/>
              <a:t>The modification of a single bit must completely change the output fingerprint</a:t>
            </a:r>
            <a:r>
              <a:rPr lang="en-GB" sz="2400" noProof="0" dirty="0"/>
              <a:t>. </a:t>
            </a:r>
          </a:p>
          <a:p>
            <a:endParaRPr lang="en-GB" sz="2400" noProof="0" dirty="0"/>
          </a:p>
        </p:txBody>
      </p:sp>
      <p:sp>
        <p:nvSpPr>
          <p:cNvPr id="4" name="Titolo 1">
            <a:extLst>
              <a:ext uri="{FF2B5EF4-FFF2-40B4-BE49-F238E27FC236}">
                <a16:creationId xmlns:a16="http://schemas.microsoft.com/office/drawing/2014/main" id="{5793A4AD-906E-2A0E-E50C-5CC7B72F3DAA}"/>
              </a:ext>
            </a:extLst>
          </p:cNvPr>
          <p:cNvSpPr>
            <a:spLocks noGrp="1"/>
          </p:cNvSpPr>
          <p:nvPr>
            <p:ph type="title"/>
          </p:nvPr>
        </p:nvSpPr>
        <p:spPr>
          <a:xfrm>
            <a:off x="527051" y="380269"/>
            <a:ext cx="8424862" cy="792088"/>
          </a:xfrm>
        </p:spPr>
        <p:txBody>
          <a:bodyPr/>
          <a:lstStyle/>
          <a:p>
            <a:r>
              <a:rPr lang="en-GB" sz="3800" noProof="0" dirty="0"/>
              <a:t>MessageDigest</a:t>
            </a:r>
          </a:p>
        </p:txBody>
      </p:sp>
      <p:pic>
        <p:nvPicPr>
          <p:cNvPr id="5" name="Immagine 4">
            <a:extLst>
              <a:ext uri="{FF2B5EF4-FFF2-40B4-BE49-F238E27FC236}">
                <a16:creationId xmlns:a16="http://schemas.microsoft.com/office/drawing/2014/main" id="{85693849-0E34-5FB2-91CB-982EA05FC844}"/>
              </a:ext>
            </a:extLst>
          </p:cNvPr>
          <p:cNvPicPr>
            <a:picLocks noChangeAspect="1"/>
          </p:cNvPicPr>
          <p:nvPr/>
        </p:nvPicPr>
        <p:blipFill>
          <a:blip r:embed="rId2"/>
          <a:stretch>
            <a:fillRect/>
          </a:stretch>
        </p:blipFill>
        <p:spPr>
          <a:xfrm>
            <a:off x="9192344" y="2161998"/>
            <a:ext cx="1981477" cy="2534004"/>
          </a:xfrm>
          <a:prstGeom prst="rect">
            <a:avLst/>
          </a:prstGeom>
        </p:spPr>
      </p:pic>
    </p:spTree>
    <p:extLst>
      <p:ext uri="{BB962C8B-B14F-4D97-AF65-F5344CB8AC3E}">
        <p14:creationId xmlns:p14="http://schemas.microsoft.com/office/powerpoint/2010/main" val="2805360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6DBE5-D088-8966-37DA-0AD65832CAD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D4331D1-E270-23CF-EFC5-23FDC8CE3F11}"/>
              </a:ext>
            </a:extLst>
          </p:cNvPr>
          <p:cNvSpPr>
            <a:spLocks noGrp="1"/>
          </p:cNvSpPr>
          <p:nvPr>
            <p:ph type="title"/>
          </p:nvPr>
        </p:nvSpPr>
        <p:spPr/>
        <p:txBody>
          <a:bodyPr/>
          <a:lstStyle/>
          <a:p>
            <a:r>
              <a:rPr lang="en-GB" sz="3800" noProof="0" dirty="0"/>
              <a:t>MessageDigest</a:t>
            </a:r>
          </a:p>
        </p:txBody>
      </p:sp>
      <p:pic>
        <p:nvPicPr>
          <p:cNvPr id="4" name="Immagine 3">
            <a:extLst>
              <a:ext uri="{FF2B5EF4-FFF2-40B4-BE49-F238E27FC236}">
                <a16:creationId xmlns:a16="http://schemas.microsoft.com/office/drawing/2014/main" id="{E47AEE99-8A07-9459-0475-424DCF6BC319}"/>
              </a:ext>
            </a:extLst>
          </p:cNvPr>
          <p:cNvPicPr>
            <a:picLocks noChangeAspect="1"/>
          </p:cNvPicPr>
          <p:nvPr/>
        </p:nvPicPr>
        <p:blipFill>
          <a:blip r:embed="rId2"/>
          <a:stretch>
            <a:fillRect/>
          </a:stretch>
        </p:blipFill>
        <p:spPr>
          <a:xfrm>
            <a:off x="1089914" y="2161998"/>
            <a:ext cx="10012172" cy="2534004"/>
          </a:xfrm>
          <a:prstGeom prst="rect">
            <a:avLst/>
          </a:prstGeom>
        </p:spPr>
      </p:pic>
    </p:spTree>
    <p:extLst>
      <p:ext uri="{BB962C8B-B14F-4D97-AF65-F5344CB8AC3E}">
        <p14:creationId xmlns:p14="http://schemas.microsoft.com/office/powerpoint/2010/main" val="3986289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BFE66-7AFC-0D14-3A18-09EC8635919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06E7A9B-16F6-7EC0-9768-958D09CB4106}"/>
              </a:ext>
            </a:extLst>
          </p:cNvPr>
          <p:cNvSpPr>
            <a:spLocks noGrp="1"/>
          </p:cNvSpPr>
          <p:nvPr>
            <p:ph type="title"/>
          </p:nvPr>
        </p:nvSpPr>
        <p:spPr/>
        <p:txBody>
          <a:bodyPr/>
          <a:lstStyle/>
          <a:p>
            <a:r>
              <a:rPr lang="it-IT" sz="3800" dirty="0" err="1"/>
              <a:t>Getting</a:t>
            </a:r>
            <a:r>
              <a:rPr lang="it-IT" sz="3800" dirty="0"/>
              <a:t> a MessageDigest </a:t>
            </a:r>
            <a:r>
              <a:rPr lang="it-IT" sz="3800" dirty="0" err="1"/>
              <a:t>object</a:t>
            </a:r>
            <a:endParaRPr lang="it-IT" sz="3800" dirty="0"/>
          </a:p>
        </p:txBody>
      </p:sp>
      <p:sp>
        <p:nvSpPr>
          <p:cNvPr id="3" name="Segnaposto testo 2">
            <a:extLst>
              <a:ext uri="{FF2B5EF4-FFF2-40B4-BE49-F238E27FC236}">
                <a16:creationId xmlns:a16="http://schemas.microsoft.com/office/drawing/2014/main" id="{BD07A6D9-CB90-4DE0-B0BD-78B420B3F0E0}"/>
              </a:ext>
            </a:extLst>
          </p:cNvPr>
          <p:cNvSpPr>
            <a:spLocks noGrp="1"/>
          </p:cNvSpPr>
          <p:nvPr>
            <p:ph type="body" sz="quarter" idx="11"/>
          </p:nvPr>
        </p:nvSpPr>
        <p:spPr>
          <a:xfrm>
            <a:off x="527051" y="1533097"/>
            <a:ext cx="11257581" cy="2016125"/>
          </a:xfrm>
        </p:spPr>
        <p:txBody>
          <a:bodyPr/>
          <a:lstStyle/>
          <a:p>
            <a:r>
              <a:rPr lang="it-IT" sz="2400" dirty="0" err="1"/>
              <a:t>We</a:t>
            </a:r>
            <a:r>
              <a:rPr lang="it-IT" sz="2400" dirty="0"/>
              <a:t> can </a:t>
            </a:r>
            <a:r>
              <a:rPr lang="it-IT" sz="2400" dirty="0" err="1"/>
              <a:t>get</a:t>
            </a:r>
            <a:r>
              <a:rPr lang="it-IT" sz="2400" dirty="0"/>
              <a:t> a MessageDigest </a:t>
            </a:r>
            <a:r>
              <a:rPr lang="it-IT" sz="2400" dirty="0" err="1"/>
              <a:t>object</a:t>
            </a:r>
            <a:r>
              <a:rPr lang="it-IT" sz="2400" dirty="0"/>
              <a:t> with:</a:t>
            </a:r>
          </a:p>
          <a:p>
            <a:endParaRPr lang="it-IT" sz="2400" dirty="0"/>
          </a:p>
          <a:p>
            <a:pPr algn="ctr"/>
            <a:r>
              <a:rPr lang="it-IT" sz="2400" dirty="0" err="1">
                <a:highlight>
                  <a:srgbClr val="C0C0C0"/>
                </a:highlight>
                <a:latin typeface="Courier New" panose="02070309020205020404" pitchFamily="49" charset="0"/>
              </a:rPr>
              <a:t>MessageDigest.getInstance</a:t>
            </a:r>
            <a:r>
              <a:rPr lang="it-IT" sz="2400" dirty="0">
                <a:highlight>
                  <a:srgbClr val="C0C0C0"/>
                </a:highlight>
                <a:latin typeface="Courier New" panose="02070309020205020404" pitchFamily="49" charset="0"/>
              </a:rPr>
              <a:t>(</a:t>
            </a:r>
            <a:r>
              <a:rPr lang="en-US" sz="2400" dirty="0">
                <a:highlight>
                  <a:srgbClr val="C0C0C0"/>
                </a:highlight>
                <a:latin typeface="Courier New" panose="02070309020205020404" pitchFamily="49" charset="0"/>
              </a:rPr>
              <a:t>“</a:t>
            </a:r>
            <a:r>
              <a:rPr lang="en-US" sz="2400" dirty="0" err="1">
                <a:highlight>
                  <a:srgbClr val="C0C0C0"/>
                </a:highlight>
                <a:latin typeface="Courier New" panose="02070309020205020404" pitchFamily="49" charset="0"/>
              </a:rPr>
              <a:t>algorithmName</a:t>
            </a:r>
            <a:r>
              <a:rPr lang="en-US" sz="2400" dirty="0">
                <a:highlight>
                  <a:srgbClr val="C0C0C0"/>
                </a:highlight>
                <a:latin typeface="Courier New" panose="02070309020205020404" pitchFamily="49" charset="0"/>
              </a:rPr>
              <a:t>”)</a:t>
            </a:r>
          </a:p>
          <a:p>
            <a:endParaRPr lang="en-US" sz="2400" dirty="0">
              <a:highlight>
                <a:srgbClr val="C0C0C0"/>
              </a:highlight>
              <a:latin typeface="Courier New" panose="02070309020205020404" pitchFamily="49" charset="0"/>
            </a:endParaRPr>
          </a:p>
          <a:p>
            <a:r>
              <a:rPr lang="en-US" sz="2400" dirty="0"/>
              <a:t>It thus does not need further initialization.</a:t>
            </a:r>
          </a:p>
        </p:txBody>
      </p:sp>
      <p:sp>
        <p:nvSpPr>
          <p:cNvPr id="4" name="CasellaDiTesto 3">
            <a:extLst>
              <a:ext uri="{FF2B5EF4-FFF2-40B4-BE49-F238E27FC236}">
                <a16:creationId xmlns:a16="http://schemas.microsoft.com/office/drawing/2014/main" id="{9A8EEB12-A723-8C77-10AE-AA462FF3D0B0}"/>
              </a:ext>
            </a:extLst>
          </p:cNvPr>
          <p:cNvSpPr txBox="1"/>
          <p:nvPr/>
        </p:nvSpPr>
        <p:spPr>
          <a:xfrm>
            <a:off x="4079776" y="3909962"/>
            <a:ext cx="3600400" cy="2246769"/>
          </a:xfrm>
          <a:prstGeom prst="rect">
            <a:avLst/>
          </a:prstGeom>
          <a:noFill/>
        </p:spPr>
        <p:txBody>
          <a:bodyPr wrap="square" rtlCol="0">
            <a:spAutoFit/>
          </a:bodyPr>
          <a:lstStyle/>
          <a:p>
            <a:pPr algn="ctr"/>
            <a:r>
              <a:rPr lang="it-IT" sz="2000" b="1" u="sng" dirty="0" err="1"/>
              <a:t>Possible</a:t>
            </a:r>
            <a:r>
              <a:rPr lang="it-IT" sz="2000" b="1" u="sng" dirty="0"/>
              <a:t> </a:t>
            </a:r>
            <a:r>
              <a:rPr lang="it-IT" sz="2000" b="1" u="sng" dirty="0" err="1"/>
              <a:t>algorithms</a:t>
            </a:r>
            <a:r>
              <a:rPr lang="it-IT" sz="2000" b="1" u="sng" dirty="0"/>
              <a:t>:</a:t>
            </a:r>
          </a:p>
          <a:p>
            <a:endParaRPr lang="it-IT" sz="2000" dirty="0"/>
          </a:p>
          <a:p>
            <a:pPr marL="342900" indent="-342900">
              <a:buFont typeface="Arial" panose="020B0604020202020204" pitchFamily="34" charset="0"/>
              <a:buChar char="•"/>
            </a:pPr>
            <a:r>
              <a:rPr lang="en-US" sz="2000" strike="sngStrike" dirty="0"/>
              <a:t>MD2</a:t>
            </a:r>
          </a:p>
          <a:p>
            <a:pPr marL="342900" indent="-342900">
              <a:buFont typeface="Arial" panose="020B0604020202020204" pitchFamily="34" charset="0"/>
              <a:buChar char="•"/>
            </a:pPr>
            <a:r>
              <a:rPr lang="en-US" sz="2000" strike="sngStrike" dirty="0"/>
              <a:t>MD5</a:t>
            </a:r>
          </a:p>
          <a:p>
            <a:pPr marL="342900" indent="-342900">
              <a:buFont typeface="Arial" panose="020B0604020202020204" pitchFamily="34" charset="0"/>
              <a:buChar char="•"/>
            </a:pPr>
            <a:r>
              <a:rPr lang="en-US" sz="2000" strike="sngStrike" dirty="0"/>
              <a:t>SHA-1</a:t>
            </a:r>
          </a:p>
          <a:p>
            <a:pPr marL="342900" indent="-342900">
              <a:buFont typeface="Arial" panose="020B0604020202020204" pitchFamily="34" charset="0"/>
              <a:buChar char="•"/>
            </a:pPr>
            <a:r>
              <a:rPr lang="en-US" sz="2000" dirty="0"/>
              <a:t>SHA-224</a:t>
            </a:r>
          </a:p>
          <a:p>
            <a:pPr marL="342900" indent="-342900">
              <a:buFont typeface="Arial" panose="020B0604020202020204" pitchFamily="34" charset="0"/>
              <a:buChar char="•"/>
            </a:pPr>
            <a:r>
              <a:rPr lang="en-US" sz="2000" b="1" dirty="0"/>
              <a:t>SHA-256</a:t>
            </a:r>
          </a:p>
        </p:txBody>
      </p:sp>
      <p:sp>
        <p:nvSpPr>
          <p:cNvPr id="6" name="CasellaDiTesto 5">
            <a:extLst>
              <a:ext uri="{FF2B5EF4-FFF2-40B4-BE49-F238E27FC236}">
                <a16:creationId xmlns:a16="http://schemas.microsoft.com/office/drawing/2014/main" id="{2B8A9A90-4891-78EE-3126-5B900DB3DADC}"/>
              </a:ext>
            </a:extLst>
          </p:cNvPr>
          <p:cNvSpPr txBox="1"/>
          <p:nvPr/>
        </p:nvSpPr>
        <p:spPr>
          <a:xfrm>
            <a:off x="5951984" y="4495122"/>
            <a:ext cx="2592288" cy="1323439"/>
          </a:xfrm>
          <a:prstGeom prst="rect">
            <a:avLst/>
          </a:prstGeom>
          <a:noFill/>
        </p:spPr>
        <p:txBody>
          <a:bodyPr wrap="square" rtlCol="0">
            <a:spAutoFit/>
          </a:bodyPr>
          <a:lstStyle/>
          <a:p>
            <a:pPr marL="285750" indent="-285750">
              <a:buFont typeface="Arial" panose="020B0604020202020204" pitchFamily="34" charset="0"/>
              <a:buChar char="•"/>
            </a:pPr>
            <a:r>
              <a:rPr lang="it-IT" sz="2000" dirty="0"/>
              <a:t>SHA-384</a:t>
            </a:r>
          </a:p>
          <a:p>
            <a:pPr marL="285750" indent="-285750">
              <a:buFont typeface="Arial" panose="020B0604020202020204" pitchFamily="34" charset="0"/>
              <a:buChar char="•"/>
            </a:pPr>
            <a:r>
              <a:rPr lang="it-IT" sz="2000" dirty="0"/>
              <a:t>SHA-512</a:t>
            </a:r>
          </a:p>
          <a:p>
            <a:pPr marL="285750" indent="-285750">
              <a:buFont typeface="Arial" panose="020B0604020202020204" pitchFamily="34" charset="0"/>
              <a:buChar char="•"/>
            </a:pPr>
            <a:r>
              <a:rPr lang="it-IT" sz="2000" dirty="0"/>
              <a:t>SHA-512/224</a:t>
            </a:r>
          </a:p>
          <a:p>
            <a:pPr marL="285750" indent="-285750">
              <a:buFont typeface="Arial" panose="020B0604020202020204" pitchFamily="34" charset="0"/>
              <a:buChar char="•"/>
            </a:pPr>
            <a:r>
              <a:rPr lang="it-IT" sz="2000" dirty="0"/>
              <a:t>SHA-512/256</a:t>
            </a:r>
          </a:p>
        </p:txBody>
      </p:sp>
    </p:spTree>
    <p:extLst>
      <p:ext uri="{BB962C8B-B14F-4D97-AF65-F5344CB8AC3E}">
        <p14:creationId xmlns:p14="http://schemas.microsoft.com/office/powerpoint/2010/main" val="342137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0F6AA9-7E65-F490-9026-98C5C11E5EBF}"/>
              </a:ext>
            </a:extLst>
          </p:cNvPr>
          <p:cNvSpPr>
            <a:spLocks noGrp="1"/>
          </p:cNvSpPr>
          <p:nvPr>
            <p:ph type="title"/>
          </p:nvPr>
        </p:nvSpPr>
        <p:spPr/>
        <p:txBody>
          <a:bodyPr/>
          <a:lstStyle/>
          <a:p>
            <a:r>
              <a:rPr lang="en-GB" sz="3800" noProof="0" dirty="0"/>
              <a:t>Using a MessageDigest object</a:t>
            </a:r>
          </a:p>
        </p:txBody>
      </p:sp>
      <p:sp>
        <p:nvSpPr>
          <p:cNvPr id="3" name="Segnaposto testo 2">
            <a:extLst>
              <a:ext uri="{FF2B5EF4-FFF2-40B4-BE49-F238E27FC236}">
                <a16:creationId xmlns:a16="http://schemas.microsoft.com/office/drawing/2014/main" id="{9608CA03-F193-2E6B-2C5C-2E3A8FE28A68}"/>
              </a:ext>
            </a:extLst>
          </p:cNvPr>
          <p:cNvSpPr>
            <a:spLocks noGrp="1"/>
          </p:cNvSpPr>
          <p:nvPr>
            <p:ph type="body" sz="quarter" idx="11"/>
          </p:nvPr>
        </p:nvSpPr>
        <p:spPr/>
        <p:txBody>
          <a:bodyPr/>
          <a:lstStyle/>
          <a:p>
            <a:r>
              <a:rPr lang="en-GB" sz="2400" noProof="0" dirty="0"/>
              <a:t>The </a:t>
            </a:r>
            <a:r>
              <a:rPr lang="en-GB" sz="2400" noProof="0" dirty="0">
                <a:latin typeface="Courier New" panose="02070309020205020404" pitchFamily="49" charset="0"/>
              </a:rPr>
              <a:t>MessageDigest</a:t>
            </a:r>
            <a:r>
              <a:rPr lang="en-GB" sz="2400" noProof="0" dirty="0">
                <a:latin typeface="Calibri" panose="020F0502020204030204" pitchFamily="34" charset="0"/>
              </a:rPr>
              <a:t> class provides three methods (and many overloading implementations) to manage digest creation:</a:t>
            </a:r>
          </a:p>
          <a:p>
            <a:endParaRPr lang="en-GB" sz="2400" noProof="0" dirty="0">
              <a:latin typeface="Courier New" panose="02070309020205020404" pitchFamily="49" charset="0"/>
            </a:endParaRPr>
          </a:p>
          <a:p>
            <a:pPr marL="342900" indent="-342900">
              <a:buFont typeface="Arial" panose="020B0604020202020204" pitchFamily="34" charset="0"/>
              <a:buChar char="•"/>
            </a:pPr>
            <a:r>
              <a:rPr lang="en-GB" sz="2400" noProof="0" dirty="0">
                <a:highlight>
                  <a:srgbClr val="C0C0C0"/>
                </a:highlight>
                <a:latin typeface="Courier New" panose="02070309020205020404" pitchFamily="49" charset="0"/>
              </a:rPr>
              <a:t>public final void update(</a:t>
            </a:r>
            <a:r>
              <a:rPr lang="en-GB" sz="2400" noProof="0" dirty="0" err="1">
                <a:highlight>
                  <a:srgbClr val="C0C0C0"/>
                </a:highlight>
                <a:latin typeface="Courier New" panose="02070309020205020404" pitchFamily="49" charset="0"/>
              </a:rPr>
              <a:t>ByteBuffer</a:t>
            </a:r>
            <a:r>
              <a:rPr lang="en-GB" sz="2400" noProof="0" dirty="0">
                <a:highlight>
                  <a:srgbClr val="C0C0C0"/>
                </a:highlight>
                <a:latin typeface="Courier New" panose="02070309020205020404" pitchFamily="49" charset="0"/>
              </a:rPr>
              <a:t> input);</a:t>
            </a:r>
            <a:br>
              <a:rPr lang="en-GB" sz="2400" noProof="0" dirty="0">
                <a:latin typeface="Calibri" panose="020F0502020204030204" pitchFamily="34" charset="0"/>
              </a:rPr>
            </a:br>
            <a:r>
              <a:rPr lang="en-GB" sz="2400" noProof="0" dirty="0">
                <a:latin typeface="Calibri" panose="020F0502020204030204" pitchFamily="34" charset="0"/>
              </a:rPr>
              <a:t>Updates the input buffer by initializing it or appending </a:t>
            </a:r>
            <a:r>
              <a:rPr lang="en-GB" sz="2400" noProof="0" dirty="0">
                <a:latin typeface="Courier New" panose="02070309020205020404" pitchFamily="49" charset="0"/>
              </a:rPr>
              <a:t>input</a:t>
            </a:r>
            <a:r>
              <a:rPr lang="en-GB" sz="2400" noProof="0" dirty="0">
                <a:latin typeface="Calibri" panose="020F0502020204030204" pitchFamily="34" charset="0"/>
              </a:rPr>
              <a:t> to it.</a:t>
            </a:r>
          </a:p>
          <a:p>
            <a:pPr marL="342900" indent="-342900">
              <a:buFont typeface="Arial" panose="020B0604020202020204" pitchFamily="34" charset="0"/>
              <a:buChar char="•"/>
            </a:pPr>
            <a:r>
              <a:rPr lang="en-GB" sz="2400" noProof="0" dirty="0">
                <a:highlight>
                  <a:srgbClr val="C0C0C0"/>
                </a:highlight>
                <a:latin typeface="Courier New" panose="02070309020205020404" pitchFamily="49" charset="0"/>
              </a:rPr>
              <a:t>public final void reset();</a:t>
            </a:r>
            <a:br>
              <a:rPr lang="en-GB" sz="2400" noProof="0" dirty="0">
                <a:latin typeface="Calibri" panose="020F0502020204030204" pitchFamily="34" charset="0"/>
              </a:rPr>
            </a:br>
            <a:r>
              <a:rPr lang="en-GB" sz="2400" noProof="0" dirty="0">
                <a:latin typeface="Calibri" panose="020F0502020204030204" pitchFamily="34" charset="0"/>
              </a:rPr>
              <a:t>Resets the input buffer.</a:t>
            </a:r>
            <a:endParaRPr lang="en-GB" sz="2400" noProof="0" dirty="0">
              <a:latin typeface="Courier New" panose="02070309020205020404" pitchFamily="49" charset="0"/>
            </a:endParaRPr>
          </a:p>
          <a:p>
            <a:pPr marL="342900" indent="-342900">
              <a:buFont typeface="Arial" panose="020B0604020202020204" pitchFamily="34" charset="0"/>
              <a:buChar char="•"/>
            </a:pPr>
            <a:r>
              <a:rPr lang="en-GB" sz="2400" noProof="0" dirty="0">
                <a:highlight>
                  <a:srgbClr val="C0C0C0"/>
                </a:highlight>
                <a:latin typeface="Courier New" panose="02070309020205020404" pitchFamily="49" charset="0"/>
              </a:rPr>
              <a:t>public final byte[] digest();</a:t>
            </a:r>
            <a:br>
              <a:rPr lang="en-GB" sz="2400" noProof="0" dirty="0">
                <a:latin typeface="Calibri" panose="020F0502020204030204" pitchFamily="34" charset="0"/>
              </a:rPr>
            </a:br>
            <a:r>
              <a:rPr lang="en-GB" sz="2400" noProof="0" dirty="0">
                <a:latin typeface="Calibri" panose="020F0502020204030204" pitchFamily="34" charset="0"/>
              </a:rPr>
              <a:t>Computes and returns the hash/digest/fingerprint of the input. </a:t>
            </a:r>
            <a:r>
              <a:rPr lang="en-GB" sz="2400" u="sng" noProof="0" dirty="0">
                <a:latin typeface="Calibri" panose="020F0502020204030204" pitchFamily="34" charset="0"/>
              </a:rPr>
              <a:t>It automatically resets the input buffer</a:t>
            </a:r>
            <a:r>
              <a:rPr lang="en-GB" sz="2400" noProof="0" dirty="0">
                <a:latin typeface="Calibri" panose="020F0502020204030204" pitchFamily="34" charset="0"/>
              </a:rPr>
              <a:t>.</a:t>
            </a:r>
            <a:endParaRPr lang="en-GB" sz="2400" noProof="0" dirty="0">
              <a:latin typeface="Courier New" panose="02070309020205020404" pitchFamily="49" charset="0"/>
            </a:endParaRPr>
          </a:p>
        </p:txBody>
      </p:sp>
      <p:pic>
        <p:nvPicPr>
          <p:cNvPr id="4" name="Immagine 3">
            <a:extLst>
              <a:ext uri="{FF2B5EF4-FFF2-40B4-BE49-F238E27FC236}">
                <a16:creationId xmlns:a16="http://schemas.microsoft.com/office/drawing/2014/main" id="{441DBBA7-CD84-6375-B040-1998D29E7F91}"/>
              </a:ext>
            </a:extLst>
          </p:cNvPr>
          <p:cNvPicPr>
            <a:picLocks noChangeAspect="1"/>
          </p:cNvPicPr>
          <p:nvPr/>
        </p:nvPicPr>
        <p:blipFill>
          <a:blip r:embed="rId2"/>
          <a:stretch>
            <a:fillRect/>
          </a:stretch>
        </p:blipFill>
        <p:spPr>
          <a:xfrm>
            <a:off x="3323110" y="5710848"/>
            <a:ext cx="5649650" cy="871339"/>
          </a:xfrm>
          <a:prstGeom prst="rect">
            <a:avLst/>
          </a:prstGeom>
        </p:spPr>
      </p:pic>
    </p:spTree>
    <p:extLst>
      <p:ext uri="{BB962C8B-B14F-4D97-AF65-F5344CB8AC3E}">
        <p14:creationId xmlns:p14="http://schemas.microsoft.com/office/powerpoint/2010/main" val="2160536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13DE0B-1C3A-468F-B6D8-826CAF055167}"/>
              </a:ext>
            </a:extLst>
          </p:cNvPr>
          <p:cNvSpPr>
            <a:spLocks noGrp="1"/>
          </p:cNvSpPr>
          <p:nvPr>
            <p:ph type="title"/>
          </p:nvPr>
        </p:nvSpPr>
        <p:spPr/>
        <p:txBody>
          <a:bodyPr/>
          <a:lstStyle/>
          <a:p>
            <a:r>
              <a:rPr lang="en-GB" sz="3800" noProof="0" dirty="0"/>
              <a:t>Hashing a message</a:t>
            </a:r>
          </a:p>
        </p:txBody>
      </p:sp>
      <p:pic>
        <p:nvPicPr>
          <p:cNvPr id="4" name="Immagine 3">
            <a:extLst>
              <a:ext uri="{FF2B5EF4-FFF2-40B4-BE49-F238E27FC236}">
                <a16:creationId xmlns:a16="http://schemas.microsoft.com/office/drawing/2014/main" id="{9EF315EC-3137-18C4-2C57-C6C504FD374B}"/>
              </a:ext>
            </a:extLst>
          </p:cNvPr>
          <p:cNvPicPr>
            <a:picLocks noChangeAspect="1"/>
          </p:cNvPicPr>
          <p:nvPr/>
        </p:nvPicPr>
        <p:blipFill>
          <a:blip r:embed="rId2"/>
          <a:stretch>
            <a:fillRect/>
          </a:stretch>
        </p:blipFill>
        <p:spPr>
          <a:xfrm>
            <a:off x="2403869" y="1481705"/>
            <a:ext cx="7442233" cy="4170683"/>
          </a:xfrm>
          <a:prstGeom prst="rect">
            <a:avLst/>
          </a:prstGeom>
        </p:spPr>
      </p:pic>
      <p:pic>
        <p:nvPicPr>
          <p:cNvPr id="6" name="Immagine 5">
            <a:extLst>
              <a:ext uri="{FF2B5EF4-FFF2-40B4-BE49-F238E27FC236}">
                <a16:creationId xmlns:a16="http://schemas.microsoft.com/office/drawing/2014/main" id="{A0026396-A043-02D9-C9A3-E51832A0D5C9}"/>
              </a:ext>
            </a:extLst>
          </p:cNvPr>
          <p:cNvPicPr>
            <a:picLocks noChangeAspect="1"/>
          </p:cNvPicPr>
          <p:nvPr/>
        </p:nvPicPr>
        <p:blipFill>
          <a:blip r:embed="rId3"/>
          <a:stretch>
            <a:fillRect/>
          </a:stretch>
        </p:blipFill>
        <p:spPr>
          <a:xfrm>
            <a:off x="2403868" y="5957554"/>
            <a:ext cx="7442233" cy="536852"/>
          </a:xfrm>
          <a:prstGeom prst="rect">
            <a:avLst/>
          </a:prstGeom>
        </p:spPr>
      </p:pic>
    </p:spTree>
    <p:extLst>
      <p:ext uri="{BB962C8B-B14F-4D97-AF65-F5344CB8AC3E}">
        <p14:creationId xmlns:p14="http://schemas.microsoft.com/office/powerpoint/2010/main" val="1912524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0DFB2-E4DC-A65A-AE33-D04720E19D2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F6FFF1E-B7D6-258D-962B-2AE9AD4003B0}"/>
              </a:ext>
            </a:extLst>
          </p:cNvPr>
          <p:cNvSpPr>
            <a:spLocks noGrp="1"/>
          </p:cNvSpPr>
          <p:nvPr>
            <p:ph type="title"/>
          </p:nvPr>
        </p:nvSpPr>
        <p:spPr/>
        <p:txBody>
          <a:bodyPr/>
          <a:lstStyle/>
          <a:p>
            <a:r>
              <a:rPr lang="en-GB" sz="3800" noProof="0" dirty="0"/>
              <a:t>Hashing a message in more steps</a:t>
            </a:r>
          </a:p>
        </p:txBody>
      </p:sp>
      <p:pic>
        <p:nvPicPr>
          <p:cNvPr id="5" name="Immagine 4">
            <a:extLst>
              <a:ext uri="{FF2B5EF4-FFF2-40B4-BE49-F238E27FC236}">
                <a16:creationId xmlns:a16="http://schemas.microsoft.com/office/drawing/2014/main" id="{9ED6CD46-D4BD-5962-3708-7EB311D94F0B}"/>
              </a:ext>
            </a:extLst>
          </p:cNvPr>
          <p:cNvPicPr>
            <a:picLocks noChangeAspect="1"/>
          </p:cNvPicPr>
          <p:nvPr/>
        </p:nvPicPr>
        <p:blipFill>
          <a:blip r:embed="rId2"/>
          <a:srcRect/>
          <a:stretch/>
        </p:blipFill>
        <p:spPr>
          <a:xfrm>
            <a:off x="2195969" y="1508467"/>
            <a:ext cx="7800061" cy="3206438"/>
          </a:xfrm>
          <a:prstGeom prst="rect">
            <a:avLst/>
          </a:prstGeom>
        </p:spPr>
      </p:pic>
      <p:pic>
        <p:nvPicPr>
          <p:cNvPr id="11" name="Immagine 10">
            <a:extLst>
              <a:ext uri="{FF2B5EF4-FFF2-40B4-BE49-F238E27FC236}">
                <a16:creationId xmlns:a16="http://schemas.microsoft.com/office/drawing/2014/main" id="{D5024E34-A1D7-CC63-9DFE-F14ADE03F743}"/>
              </a:ext>
            </a:extLst>
          </p:cNvPr>
          <p:cNvPicPr>
            <a:picLocks noChangeAspect="1"/>
          </p:cNvPicPr>
          <p:nvPr/>
        </p:nvPicPr>
        <p:blipFill>
          <a:blip r:embed="rId3"/>
          <a:stretch>
            <a:fillRect/>
          </a:stretch>
        </p:blipFill>
        <p:spPr>
          <a:xfrm>
            <a:off x="2195969" y="5175222"/>
            <a:ext cx="7800061" cy="342010"/>
          </a:xfrm>
          <a:prstGeom prst="rect">
            <a:avLst/>
          </a:prstGeom>
        </p:spPr>
      </p:pic>
    </p:spTree>
    <p:extLst>
      <p:ext uri="{BB962C8B-B14F-4D97-AF65-F5344CB8AC3E}">
        <p14:creationId xmlns:p14="http://schemas.microsoft.com/office/powerpoint/2010/main" val="12329510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0C904-28D7-220A-7C3F-0099F3B67CA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9DA1420-C315-EC6D-3160-5CCF3269C967}"/>
              </a:ext>
            </a:extLst>
          </p:cNvPr>
          <p:cNvSpPr>
            <a:spLocks noGrp="1"/>
          </p:cNvSpPr>
          <p:nvPr>
            <p:ph type="title"/>
          </p:nvPr>
        </p:nvSpPr>
        <p:spPr/>
        <p:txBody>
          <a:bodyPr/>
          <a:lstStyle/>
          <a:p>
            <a:r>
              <a:rPr lang="en-GB" sz="3800" noProof="0" dirty="0"/>
              <a:t>Cipher</a:t>
            </a:r>
          </a:p>
        </p:txBody>
      </p:sp>
      <p:sp>
        <p:nvSpPr>
          <p:cNvPr id="13" name="AutoShape 20">
            <a:extLst>
              <a:ext uri="{FF2B5EF4-FFF2-40B4-BE49-F238E27FC236}">
                <a16:creationId xmlns:a16="http://schemas.microsoft.com/office/drawing/2014/main" id="{78CE7E1A-CB6B-3A97-C56E-7A48EDE25D90}"/>
              </a:ext>
            </a:extLst>
          </p:cNvPr>
          <p:cNvSpPr>
            <a:spLocks noGrp="1" noChangeAspect="1" noChangeArrowheads="1"/>
          </p:cNvSpPr>
          <p:nvPr>
            <p:ph type="body" sz="quarter" idx="11"/>
          </p:nvPr>
        </p:nvSpPr>
        <p:spPr bwMode="auto">
          <a:xfrm>
            <a:off x="527051" y="1412875"/>
            <a:ext cx="10537501" cy="432038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sz="2400" noProof="0" dirty="0"/>
              <a:t>The </a:t>
            </a:r>
            <a:r>
              <a:rPr lang="en-US" sz="2400" i="1" noProof="0" dirty="0"/>
              <a:t>Cipher</a:t>
            </a:r>
            <a:r>
              <a:rPr lang="en-US" sz="2400" noProof="0" dirty="0"/>
              <a:t> class provides the functionality of a cryptographic cipher used for encryption and decryption. </a:t>
            </a:r>
          </a:p>
          <a:p>
            <a:endParaRPr lang="en-US" sz="2400" dirty="0"/>
          </a:p>
          <a:p>
            <a:r>
              <a:rPr lang="en-US" sz="2400" noProof="0" dirty="0"/>
              <a:t>Symmetric encryption requires that </a:t>
            </a:r>
            <a:r>
              <a:rPr lang="en-US" sz="2400" b="1" u="sng" noProof="0" dirty="0"/>
              <a:t>the same key </a:t>
            </a:r>
            <a:r>
              <a:rPr lang="en-US" sz="2400" noProof="0" dirty="0"/>
              <a:t>is used both for encrypting and decrypting.</a:t>
            </a:r>
          </a:p>
          <a:p>
            <a:endParaRPr lang="en-US" sz="2400" noProof="0" dirty="0"/>
          </a:p>
          <a:p>
            <a:r>
              <a:rPr lang="en-GB" sz="2400" noProof="0" dirty="0"/>
              <a:t>The participants must </a:t>
            </a:r>
            <a:r>
              <a:rPr lang="en-GB" sz="2400" b="1" u="sng" noProof="0" dirty="0" err="1"/>
              <a:t>preemptively</a:t>
            </a:r>
            <a:r>
              <a:rPr lang="en-GB" sz="2400" noProof="0" dirty="0"/>
              <a:t> agree on the key. </a:t>
            </a:r>
          </a:p>
          <a:p>
            <a:endParaRPr lang="en-GB" sz="2400" dirty="0"/>
          </a:p>
          <a:p>
            <a:r>
              <a:rPr lang="en-GB" sz="2400" noProof="0" dirty="0"/>
              <a:t>Two types of symmetric ciphers exist:</a:t>
            </a:r>
          </a:p>
          <a:p>
            <a:pPr marL="342900" indent="-342900">
              <a:buFont typeface="Arial" panose="020B0604020202020204" pitchFamily="34" charset="0"/>
              <a:buChar char="•"/>
            </a:pPr>
            <a:r>
              <a:rPr lang="en-GB" sz="2400" b="1" u="sng" noProof="0" dirty="0"/>
              <a:t>Block ciphers</a:t>
            </a:r>
          </a:p>
          <a:p>
            <a:pPr marL="342900" indent="-342900">
              <a:buFont typeface="Arial" panose="020B0604020202020204" pitchFamily="34" charset="0"/>
              <a:buChar char="•"/>
            </a:pPr>
            <a:r>
              <a:rPr lang="en-GB" sz="2400" b="1" u="sng" dirty="0"/>
              <a:t>Stream ciphers</a:t>
            </a:r>
            <a:endParaRPr lang="en-GB" sz="2400" b="1" u="sng" noProof="0" dirty="0"/>
          </a:p>
        </p:txBody>
      </p:sp>
    </p:spTree>
    <p:extLst>
      <p:ext uri="{BB962C8B-B14F-4D97-AF65-F5344CB8AC3E}">
        <p14:creationId xmlns:p14="http://schemas.microsoft.com/office/powerpoint/2010/main" val="939385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7A9CD-AB3F-1D30-6C79-D7B580EF3D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F461026-90C3-BB44-D4B6-B254EF7F13A6}"/>
              </a:ext>
            </a:extLst>
          </p:cNvPr>
          <p:cNvSpPr>
            <a:spLocks noGrp="1"/>
          </p:cNvSpPr>
          <p:nvPr>
            <p:ph type="title"/>
          </p:nvPr>
        </p:nvSpPr>
        <p:spPr>
          <a:xfrm>
            <a:off x="527051" y="368809"/>
            <a:ext cx="8424862" cy="792088"/>
          </a:xfrm>
        </p:spPr>
        <p:txBody>
          <a:bodyPr/>
          <a:lstStyle/>
          <a:p>
            <a:r>
              <a:rPr lang="en-GB" sz="3800" noProof="0" dirty="0"/>
              <a:t>Block Ciphers</a:t>
            </a:r>
          </a:p>
        </p:txBody>
      </p:sp>
      <p:sp>
        <p:nvSpPr>
          <p:cNvPr id="3" name="Segnaposto testo 2">
            <a:extLst>
              <a:ext uri="{FF2B5EF4-FFF2-40B4-BE49-F238E27FC236}">
                <a16:creationId xmlns:a16="http://schemas.microsoft.com/office/drawing/2014/main" id="{C58ADB7E-93A6-1BE1-336D-BC885563FDD9}"/>
              </a:ext>
            </a:extLst>
          </p:cNvPr>
          <p:cNvSpPr>
            <a:spLocks noGrp="1"/>
          </p:cNvSpPr>
          <p:nvPr>
            <p:ph type="body" sz="quarter" idx="11"/>
          </p:nvPr>
        </p:nvSpPr>
        <p:spPr>
          <a:xfrm>
            <a:off x="527051" y="1412875"/>
            <a:ext cx="10969549" cy="2660251"/>
          </a:xfrm>
        </p:spPr>
        <p:txBody>
          <a:bodyPr/>
          <a:lstStyle/>
          <a:p>
            <a:pPr marL="342900" indent="-342900">
              <a:buFont typeface="Arial" panose="020B0604020202020204" pitchFamily="34" charset="0"/>
              <a:buChar char="•"/>
            </a:pPr>
            <a:r>
              <a:rPr lang="en-US" sz="2400" noProof="0" dirty="0"/>
              <a:t>Block ciphers process </a:t>
            </a:r>
            <a:r>
              <a:rPr lang="en-US" sz="2400" b="1" u="sng" noProof="0" dirty="0"/>
              <a:t>entire blocks at a time</a:t>
            </a:r>
            <a:r>
              <a:rPr lang="en-US" sz="2400" noProof="0" dirty="0"/>
              <a:t>, usually many bytes in length.</a:t>
            </a:r>
          </a:p>
          <a:p>
            <a:pPr marL="342900" indent="-342900">
              <a:buFont typeface="Arial" panose="020B0604020202020204" pitchFamily="34" charset="0"/>
              <a:buChar char="•"/>
            </a:pPr>
            <a:endParaRPr lang="en-US" sz="2400" noProof="0" dirty="0"/>
          </a:p>
          <a:p>
            <a:pPr marL="342900" indent="-342900">
              <a:buFont typeface="Arial" panose="020B0604020202020204" pitchFamily="34" charset="0"/>
              <a:buChar char="•"/>
            </a:pPr>
            <a:r>
              <a:rPr lang="en-US" sz="2400" noProof="0" dirty="0"/>
              <a:t>If there is not enough data to make a complete input block, </a:t>
            </a:r>
            <a:r>
              <a:rPr lang="en-US" sz="2400" b="1" u="sng" noProof="0" dirty="0"/>
              <a:t>the data must be padded</a:t>
            </a:r>
            <a:r>
              <a:rPr lang="en-US" sz="2400" noProof="0" dirty="0"/>
              <a:t>: that is, before encryption, dummy bytes must be added to make a multiple of the cipher's block size. These bytes are then stripped off during the decryption phase. </a:t>
            </a:r>
          </a:p>
          <a:p>
            <a:endParaRPr lang="en-US" sz="2400" dirty="0"/>
          </a:p>
          <a:p>
            <a:endParaRPr lang="en-GB" sz="2400" noProof="0" dirty="0"/>
          </a:p>
        </p:txBody>
      </p:sp>
      <p:pic>
        <p:nvPicPr>
          <p:cNvPr id="2050" name="Picture 2" descr="11 Block Cipher Modes of Operation">
            <a:extLst>
              <a:ext uri="{FF2B5EF4-FFF2-40B4-BE49-F238E27FC236}">
                <a16:creationId xmlns:a16="http://schemas.microsoft.com/office/drawing/2014/main" id="{D1F45EB2-ACA3-B759-AA63-E8803183A8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7928" y="3929569"/>
            <a:ext cx="5879976" cy="1807633"/>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BEA77376-2C21-DE39-7E9C-82594DBB56D8}"/>
              </a:ext>
            </a:extLst>
          </p:cNvPr>
          <p:cNvSpPr txBox="1"/>
          <p:nvPr/>
        </p:nvSpPr>
        <p:spPr>
          <a:xfrm>
            <a:off x="971266" y="4325104"/>
            <a:ext cx="4032448" cy="1938992"/>
          </a:xfrm>
          <a:prstGeom prst="rect">
            <a:avLst/>
          </a:prstGeom>
          <a:noFill/>
        </p:spPr>
        <p:txBody>
          <a:bodyPr wrap="square" rtlCol="0">
            <a:spAutoFit/>
          </a:bodyPr>
          <a:lstStyle/>
          <a:p>
            <a:r>
              <a:rPr lang="en-US" sz="2000" dirty="0"/>
              <a:t>Examples of block ciphers are:</a:t>
            </a:r>
          </a:p>
          <a:p>
            <a:pPr marL="342900" indent="-342900">
              <a:buFont typeface="Arial" panose="020B0604020202020204" pitchFamily="34" charset="0"/>
              <a:buChar char="•"/>
            </a:pPr>
            <a:r>
              <a:rPr lang="en-US" sz="2000" dirty="0"/>
              <a:t>AES-EBC (Electronic Code Book)</a:t>
            </a:r>
          </a:p>
          <a:p>
            <a:pPr marL="342900" indent="-342900">
              <a:buFont typeface="Arial" panose="020B0604020202020204" pitchFamily="34" charset="0"/>
              <a:buChar char="•"/>
            </a:pPr>
            <a:r>
              <a:rPr lang="en-US" sz="2000" dirty="0"/>
              <a:t>AES-CBC (Cipher Block Chaining)</a:t>
            </a:r>
          </a:p>
          <a:p>
            <a:pPr marL="342900" indent="-342900">
              <a:buFont typeface="Arial" panose="020B0604020202020204" pitchFamily="34" charset="0"/>
              <a:buChar char="•"/>
            </a:pPr>
            <a:r>
              <a:rPr lang="en-US" sz="2000" dirty="0"/>
              <a:t>AES-CFB (Cipher Feedback Mode)</a:t>
            </a:r>
          </a:p>
          <a:p>
            <a:pPr marL="342900" indent="-342900">
              <a:buFont typeface="Arial" panose="020B0604020202020204" pitchFamily="34" charset="0"/>
              <a:buChar char="•"/>
            </a:pPr>
            <a:r>
              <a:rPr lang="en-US" sz="2000" i="1" dirty="0"/>
              <a:t>AES-CTR (Counter Mode)</a:t>
            </a:r>
          </a:p>
          <a:p>
            <a:pPr marL="342900" indent="-342900">
              <a:buFont typeface="Arial" panose="020B0604020202020204" pitchFamily="34" charset="0"/>
              <a:buChar char="•"/>
            </a:pPr>
            <a:r>
              <a:rPr lang="en-US" sz="2000" i="1" dirty="0"/>
              <a:t>AES-GCM (Galois Counter Mode)</a:t>
            </a:r>
            <a:endParaRPr lang="en-GB" sz="2000" i="1" dirty="0"/>
          </a:p>
        </p:txBody>
      </p:sp>
    </p:spTree>
    <p:extLst>
      <p:ext uri="{BB962C8B-B14F-4D97-AF65-F5344CB8AC3E}">
        <p14:creationId xmlns:p14="http://schemas.microsoft.com/office/powerpoint/2010/main" val="12583315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1F78C1-D5A4-EFB4-4C00-FFD63CAF503C}"/>
              </a:ext>
            </a:extLst>
          </p:cNvPr>
          <p:cNvSpPr>
            <a:spLocks noGrp="1"/>
          </p:cNvSpPr>
          <p:nvPr>
            <p:ph type="title"/>
          </p:nvPr>
        </p:nvSpPr>
        <p:spPr/>
        <p:txBody>
          <a:bodyPr/>
          <a:lstStyle/>
          <a:p>
            <a:r>
              <a:rPr lang="it-IT" sz="3800" dirty="0" err="1"/>
              <a:t>Why</a:t>
            </a:r>
            <a:r>
              <a:rPr lang="it-IT" sz="3800" dirty="0"/>
              <a:t> </a:t>
            </a:r>
            <a:r>
              <a:rPr lang="it-IT" sz="3800" dirty="0" err="1"/>
              <a:t>we</a:t>
            </a:r>
            <a:r>
              <a:rPr lang="it-IT" sz="3800" dirty="0"/>
              <a:t> </a:t>
            </a:r>
            <a:r>
              <a:rPr lang="it-IT" sz="3800" dirty="0" err="1"/>
              <a:t>should</a:t>
            </a:r>
            <a:r>
              <a:rPr lang="it-IT" sz="3800" dirty="0"/>
              <a:t> </a:t>
            </a:r>
            <a:r>
              <a:rPr lang="it-IT" sz="3800" dirty="0" err="1"/>
              <a:t>not</a:t>
            </a:r>
            <a:r>
              <a:rPr lang="it-IT" sz="3800" dirty="0"/>
              <a:t> use ECB</a:t>
            </a:r>
          </a:p>
        </p:txBody>
      </p:sp>
      <p:sp>
        <p:nvSpPr>
          <p:cNvPr id="3" name="Segnaposto testo 2">
            <a:extLst>
              <a:ext uri="{FF2B5EF4-FFF2-40B4-BE49-F238E27FC236}">
                <a16:creationId xmlns:a16="http://schemas.microsoft.com/office/drawing/2014/main" id="{965328AD-E0AA-1FF3-6D5D-C5730A97A9C7}"/>
              </a:ext>
            </a:extLst>
          </p:cNvPr>
          <p:cNvSpPr>
            <a:spLocks noGrp="1"/>
          </p:cNvSpPr>
          <p:nvPr>
            <p:ph type="body" sz="quarter" idx="11"/>
          </p:nvPr>
        </p:nvSpPr>
        <p:spPr/>
        <p:txBody>
          <a:bodyPr/>
          <a:lstStyle/>
          <a:p>
            <a:r>
              <a:rPr lang="en-US" sz="2400" dirty="0"/>
              <a:t>ECB mode is considered insecure because it encrypts identical plaintext blocks into identical ciphertext blocks, revealing patterns in the data.</a:t>
            </a:r>
          </a:p>
          <a:p>
            <a:endParaRPr lang="en-US" sz="2400" dirty="0"/>
          </a:p>
          <a:p>
            <a:r>
              <a:rPr lang="en-US" sz="2400" dirty="0"/>
              <a:t>Because each block is encrypted independently with the same key, identical plaintext blocks produce identical ciphertext blocks. This means that structured data (like images or formatted text) will still show its structure after encryption.</a:t>
            </a:r>
          </a:p>
          <a:p>
            <a:endParaRPr lang="it-IT" dirty="0"/>
          </a:p>
        </p:txBody>
      </p:sp>
      <p:pic>
        <p:nvPicPr>
          <p:cNvPr id="3074" name="Picture 2" descr="Electronic Code Book Operation (ECB). | Download Scientific Diagram">
            <a:extLst>
              <a:ext uri="{FF2B5EF4-FFF2-40B4-BE49-F238E27FC236}">
                <a16:creationId xmlns:a16="http://schemas.microsoft.com/office/drawing/2014/main" id="{8A851E9F-6ABC-F90F-6ADE-FDF58C4D7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3692" y="4221088"/>
            <a:ext cx="5544615" cy="2140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97833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B960A5DD-394F-983E-C865-30AFB3B76B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8088" y="623887"/>
            <a:ext cx="4762500" cy="56102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ux (mascotte) - Wikipedia">
            <a:extLst>
              <a:ext uri="{FF2B5EF4-FFF2-40B4-BE49-F238E27FC236}">
                <a16:creationId xmlns:a16="http://schemas.microsoft.com/office/drawing/2014/main" id="{F6667553-5802-6C98-1D5F-BD38189B34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650" y="653048"/>
            <a:ext cx="4687263" cy="5551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6162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POP Tuxes">
            <a:extLst>
              <a:ext uri="{FF2B5EF4-FFF2-40B4-BE49-F238E27FC236}">
                <a16:creationId xmlns:a16="http://schemas.microsoft.com/office/drawing/2014/main" id="{83E45FB3-9706-F938-69CC-6351D84B0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61913"/>
            <a:ext cx="5715000" cy="6734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5323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BA2BA35-E4EE-7FA3-1734-1BAF20965C17}"/>
              </a:ext>
            </a:extLst>
          </p:cNvPr>
          <p:cNvSpPr>
            <a:spLocks noGrp="1"/>
          </p:cNvSpPr>
          <p:nvPr>
            <p:ph type="title"/>
          </p:nvPr>
        </p:nvSpPr>
        <p:spPr>
          <a:xfrm>
            <a:off x="527051" y="368809"/>
            <a:ext cx="8424862" cy="792088"/>
          </a:xfrm>
        </p:spPr>
        <p:txBody>
          <a:bodyPr/>
          <a:lstStyle/>
          <a:p>
            <a:r>
              <a:rPr lang="en-GB" sz="3800" noProof="0" dirty="0"/>
              <a:t>Stream Ciphers</a:t>
            </a:r>
          </a:p>
        </p:txBody>
      </p:sp>
      <p:sp>
        <p:nvSpPr>
          <p:cNvPr id="3" name="Segnaposto testo 2">
            <a:extLst>
              <a:ext uri="{FF2B5EF4-FFF2-40B4-BE49-F238E27FC236}">
                <a16:creationId xmlns:a16="http://schemas.microsoft.com/office/drawing/2014/main" id="{7D096E46-CE1A-936F-8B88-ED4EEEDB027A}"/>
              </a:ext>
            </a:extLst>
          </p:cNvPr>
          <p:cNvSpPr>
            <a:spLocks noGrp="1"/>
          </p:cNvSpPr>
          <p:nvPr>
            <p:ph type="body" sz="quarter" idx="11"/>
          </p:nvPr>
        </p:nvSpPr>
        <p:spPr>
          <a:xfrm>
            <a:off x="527051" y="1412875"/>
            <a:ext cx="11113565" cy="2664197"/>
          </a:xfrm>
        </p:spPr>
        <p:txBody>
          <a:bodyPr/>
          <a:lstStyle/>
          <a:p>
            <a:pPr marL="342900" indent="-342900">
              <a:buFont typeface="Arial" panose="020B0604020202020204" pitchFamily="34" charset="0"/>
              <a:buChar char="•"/>
            </a:pPr>
            <a:r>
              <a:rPr lang="en-US" sz="2400" dirty="0"/>
              <a:t>S</a:t>
            </a:r>
            <a:r>
              <a:rPr lang="en-US" sz="2400" noProof="0" dirty="0" err="1"/>
              <a:t>tream</a:t>
            </a:r>
            <a:r>
              <a:rPr lang="en-US" sz="2400" noProof="0" dirty="0"/>
              <a:t> ciphers process incoming data one small unit (typically a byte or even a bit) at a time. This allows for ciphers to process an arbitrary amount of data without padding.</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noProof="0" dirty="0"/>
              <a:t>Depending on the particular algorithm, other parameters may be needed (like nonces or counter values).</a:t>
            </a:r>
          </a:p>
          <a:p>
            <a:pPr marL="342900" indent="-342900">
              <a:buFont typeface="Arial" panose="020B0604020202020204" pitchFamily="34" charset="0"/>
              <a:buChar char="•"/>
            </a:pPr>
            <a:endParaRPr lang="en-US" sz="2400" dirty="0"/>
          </a:p>
        </p:txBody>
      </p:sp>
      <p:sp>
        <p:nvSpPr>
          <p:cNvPr id="4" name="CasellaDiTesto 3">
            <a:extLst>
              <a:ext uri="{FF2B5EF4-FFF2-40B4-BE49-F238E27FC236}">
                <a16:creationId xmlns:a16="http://schemas.microsoft.com/office/drawing/2014/main" id="{3CCA5058-2B43-E2DF-C00B-295BAB085A2B}"/>
              </a:ext>
            </a:extLst>
          </p:cNvPr>
          <p:cNvSpPr txBox="1"/>
          <p:nvPr/>
        </p:nvSpPr>
        <p:spPr>
          <a:xfrm>
            <a:off x="527050" y="4329050"/>
            <a:ext cx="4056781" cy="2246769"/>
          </a:xfrm>
          <a:prstGeom prst="rect">
            <a:avLst/>
          </a:prstGeom>
          <a:noFill/>
        </p:spPr>
        <p:txBody>
          <a:bodyPr wrap="square" rtlCol="0">
            <a:spAutoFit/>
          </a:bodyPr>
          <a:lstStyle/>
          <a:p>
            <a:r>
              <a:rPr lang="en-US" sz="2000" dirty="0"/>
              <a:t>Examples of Stream Ciphers are:</a:t>
            </a:r>
          </a:p>
          <a:p>
            <a:pPr marL="342900" indent="-342900">
              <a:buFont typeface="Arial" panose="020B0604020202020204" pitchFamily="34" charset="0"/>
              <a:buChar char="•"/>
            </a:pPr>
            <a:r>
              <a:rPr lang="en-US" sz="2000" dirty="0"/>
              <a:t>RC4 (Rivest Cipher 4)</a:t>
            </a:r>
          </a:p>
          <a:p>
            <a:pPr marL="342900" indent="-342900">
              <a:buFont typeface="Arial" panose="020B0604020202020204" pitchFamily="34" charset="0"/>
              <a:buChar char="•"/>
            </a:pPr>
            <a:r>
              <a:rPr lang="en-US" sz="2000" dirty="0"/>
              <a:t>Salsa20</a:t>
            </a:r>
          </a:p>
          <a:p>
            <a:pPr marL="342900" indent="-342900">
              <a:buFont typeface="Arial" panose="020B0604020202020204" pitchFamily="34" charset="0"/>
              <a:buChar char="•"/>
            </a:pPr>
            <a:r>
              <a:rPr lang="en-US" sz="2000" dirty="0"/>
              <a:t>ChaCha20</a:t>
            </a:r>
          </a:p>
          <a:p>
            <a:pPr marL="342900" indent="-342900">
              <a:buFont typeface="Arial" panose="020B0604020202020204" pitchFamily="34" charset="0"/>
              <a:buChar char="•"/>
            </a:pPr>
            <a:r>
              <a:rPr lang="en-US" sz="2000" i="1" dirty="0"/>
              <a:t>AES-CTR (Counter Mode)</a:t>
            </a:r>
          </a:p>
          <a:p>
            <a:pPr marL="342900" indent="-342900">
              <a:buFont typeface="Arial" panose="020B0604020202020204" pitchFamily="34" charset="0"/>
              <a:buChar char="•"/>
            </a:pPr>
            <a:r>
              <a:rPr lang="en-US" sz="2000" i="1" dirty="0"/>
              <a:t>AES-GCM (Galois Counter Mode)</a:t>
            </a:r>
            <a:endParaRPr lang="en-GB" sz="2000" i="1" dirty="0"/>
          </a:p>
          <a:p>
            <a:endParaRPr lang="en-US" sz="2000" dirty="0"/>
          </a:p>
        </p:txBody>
      </p:sp>
      <p:pic>
        <p:nvPicPr>
          <p:cNvPr id="5" name="Picture 2" descr="Cryptography - stream ciphers">
            <a:extLst>
              <a:ext uri="{FF2B5EF4-FFF2-40B4-BE49-F238E27FC236}">
                <a16:creationId xmlns:a16="http://schemas.microsoft.com/office/drawing/2014/main" id="{0F70CC0A-5B3F-9E83-D2DC-F2DDA43BDB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5960" y="3717032"/>
            <a:ext cx="5472608" cy="2195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61165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C9C443-6F1C-2956-6FC5-47641C813E09}"/>
              </a:ext>
            </a:extLst>
          </p:cNvPr>
          <p:cNvSpPr>
            <a:spLocks noGrp="1"/>
          </p:cNvSpPr>
          <p:nvPr>
            <p:ph type="title"/>
          </p:nvPr>
        </p:nvSpPr>
        <p:spPr/>
        <p:txBody>
          <a:bodyPr/>
          <a:lstStyle/>
          <a:p>
            <a:r>
              <a:rPr lang="en-GB" sz="3800" noProof="0" dirty="0"/>
              <a:t>Getting a Cipher object</a:t>
            </a:r>
          </a:p>
        </p:txBody>
      </p:sp>
      <p:sp>
        <p:nvSpPr>
          <p:cNvPr id="3" name="Segnaposto testo 2">
            <a:extLst>
              <a:ext uri="{FF2B5EF4-FFF2-40B4-BE49-F238E27FC236}">
                <a16:creationId xmlns:a16="http://schemas.microsoft.com/office/drawing/2014/main" id="{066FD028-38BA-0C27-BBDD-B02EB3666C97}"/>
              </a:ext>
            </a:extLst>
          </p:cNvPr>
          <p:cNvSpPr>
            <a:spLocks noGrp="1"/>
          </p:cNvSpPr>
          <p:nvPr>
            <p:ph type="body" sz="quarter" idx="11"/>
          </p:nvPr>
        </p:nvSpPr>
        <p:spPr/>
        <p:txBody>
          <a:bodyPr/>
          <a:lstStyle/>
          <a:p>
            <a:pPr marL="342900" indent="-342900">
              <a:buFont typeface="Arial" panose="020B0604020202020204" pitchFamily="34" charset="0"/>
              <a:buChar char="•"/>
            </a:pPr>
            <a:r>
              <a:rPr lang="en-GB" sz="2400" noProof="0" dirty="0"/>
              <a:t>An instance of </a:t>
            </a:r>
            <a:r>
              <a:rPr lang="en-GB" sz="2400" noProof="0" dirty="0">
                <a:latin typeface="Courier New" panose="02070309020205020404" pitchFamily="49" charset="0"/>
              </a:rPr>
              <a:t>Cipher</a:t>
            </a:r>
            <a:r>
              <a:rPr lang="en-GB" sz="2400" noProof="0" dirty="0">
                <a:latin typeface="Calibri" panose="020F0502020204030204" pitchFamily="34" charset="0"/>
              </a:rPr>
              <a:t> is obtainable once again through</a:t>
            </a:r>
          </a:p>
          <a:p>
            <a:pPr algn="ctr"/>
            <a:br>
              <a:rPr lang="en-GB" sz="2400" noProof="0" dirty="0">
                <a:latin typeface="Calibri" panose="020F0502020204030204" pitchFamily="34" charset="0"/>
              </a:rPr>
            </a:br>
            <a:r>
              <a:rPr lang="en-GB" sz="2400" noProof="0" dirty="0">
                <a:highlight>
                  <a:srgbClr val="C0C0C0"/>
                </a:highlight>
                <a:latin typeface="Courier New" panose="02070309020205020404" pitchFamily="49" charset="0"/>
                <a:cs typeface="Courier New" panose="02070309020205020404" pitchFamily="49" charset="0"/>
              </a:rPr>
              <a:t>public static Cipher getInstance(String transformation);</a:t>
            </a:r>
            <a:br>
              <a:rPr lang="en-GB" sz="2400" noProof="0" dirty="0">
                <a:highlight>
                  <a:srgbClr val="C0C0C0"/>
                </a:highlight>
                <a:latin typeface="Courier New" panose="02070309020205020404" pitchFamily="49" charset="0"/>
                <a:cs typeface="Courier New" panose="02070309020205020404" pitchFamily="49" charset="0"/>
              </a:rPr>
            </a:br>
            <a:endParaRPr lang="en-GB" sz="2400" noProof="0" dirty="0">
              <a:highlight>
                <a:srgbClr val="C0C0C0"/>
              </a:highlight>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400" noProof="0" dirty="0">
                <a:latin typeface="Calibri" panose="020F0502020204030204" pitchFamily="34" charset="0"/>
                <a:cs typeface="Courier New" panose="02070309020205020404" pitchFamily="49" charset="0"/>
              </a:rPr>
              <a:t>A transformation is of the form </a:t>
            </a:r>
            <a:r>
              <a:rPr lang="en-US" sz="2400" i="1" dirty="0">
                <a:latin typeface="Courier New" panose="02070309020205020404" pitchFamily="49" charset="0"/>
                <a:cs typeface="Courier New" panose="02070309020205020404" pitchFamily="49" charset="0"/>
              </a:rPr>
              <a:t>“algorithm/mode/padding”</a:t>
            </a:r>
          </a:p>
          <a:p>
            <a:endParaRPr lang="en-US" sz="2400" i="1" dirty="0">
              <a:latin typeface="Calibri" panose="020F0502020204030204" pitchFamily="34" charset="0"/>
              <a:cs typeface="Courier New" panose="02070309020205020404" pitchFamily="49" charset="0"/>
            </a:endParaRPr>
          </a:p>
          <a:p>
            <a:pPr marL="342900" indent="-342900">
              <a:buFont typeface="Arial" panose="020B0604020202020204" pitchFamily="34" charset="0"/>
              <a:buChar char="•"/>
            </a:pPr>
            <a:r>
              <a:rPr lang="en-US" sz="2400" dirty="0">
                <a:latin typeface="Calibri" panose="020F0502020204030204" pitchFamily="34" charset="0"/>
                <a:cs typeface="Courier New" panose="02070309020205020404" pitchFamily="49" charset="0"/>
              </a:rPr>
              <a:t>Examples:</a:t>
            </a:r>
          </a:p>
          <a:p>
            <a:r>
              <a:rPr lang="en-US" sz="2400" i="1" dirty="0">
                <a:latin typeface="Courier New" panose="02070309020205020404" pitchFamily="49" charset="0"/>
                <a:cs typeface="Courier New" panose="02070309020205020404" pitchFamily="49" charset="0"/>
              </a:rPr>
              <a:t>//block</a:t>
            </a:r>
          </a:p>
          <a:p>
            <a:r>
              <a:rPr lang="en-US" sz="2400" i="1" dirty="0">
                <a:latin typeface="Courier New" panose="02070309020205020404" pitchFamily="49" charset="0"/>
                <a:cs typeface="Courier New" panose="02070309020205020404" pitchFamily="49" charset="0"/>
              </a:rPr>
              <a:t>Cipher </a:t>
            </a:r>
            <a:r>
              <a:rPr lang="en-US" sz="2400" i="1" dirty="0" err="1">
                <a:latin typeface="Courier New" panose="02070309020205020404" pitchFamily="49" charset="0"/>
                <a:cs typeface="Courier New" panose="02070309020205020404" pitchFamily="49" charset="0"/>
              </a:rPr>
              <a:t>cipher</a:t>
            </a:r>
            <a:r>
              <a:rPr lang="en-US" sz="2400" i="1" dirty="0">
                <a:latin typeface="Courier New" panose="02070309020205020404" pitchFamily="49" charset="0"/>
                <a:cs typeface="Courier New" panose="02070309020205020404" pitchFamily="49" charset="0"/>
              </a:rPr>
              <a:t> = </a:t>
            </a:r>
            <a:r>
              <a:rPr lang="en-US" sz="2400" i="1" dirty="0" err="1">
                <a:latin typeface="Courier New" panose="02070309020205020404" pitchFamily="49" charset="0"/>
                <a:cs typeface="Courier New" panose="02070309020205020404" pitchFamily="49" charset="0"/>
              </a:rPr>
              <a:t>Cipher.getInstance</a:t>
            </a:r>
            <a:r>
              <a:rPr lang="en-US" sz="2400" i="1" dirty="0">
                <a:latin typeface="Courier New" panose="02070309020205020404" pitchFamily="49" charset="0"/>
                <a:cs typeface="Courier New" panose="02070309020205020404" pitchFamily="49" charset="0"/>
              </a:rPr>
              <a:t>(“AES”);</a:t>
            </a:r>
            <a:br>
              <a:rPr lang="en-US" sz="2400" i="1" dirty="0">
                <a:latin typeface="Courier New" panose="02070309020205020404" pitchFamily="49" charset="0"/>
                <a:cs typeface="Courier New" panose="02070309020205020404" pitchFamily="49" charset="0"/>
              </a:rPr>
            </a:br>
            <a:r>
              <a:rPr lang="en-US" sz="2400" i="1" dirty="0">
                <a:latin typeface="Courier New" panose="02070309020205020404" pitchFamily="49" charset="0"/>
                <a:cs typeface="Courier New" panose="02070309020205020404" pitchFamily="49" charset="0"/>
              </a:rPr>
              <a:t>Cipher </a:t>
            </a:r>
            <a:r>
              <a:rPr lang="en-US" sz="2400" i="1" dirty="0" err="1">
                <a:latin typeface="Courier New" panose="02070309020205020404" pitchFamily="49" charset="0"/>
                <a:cs typeface="Courier New" panose="02070309020205020404" pitchFamily="49" charset="0"/>
              </a:rPr>
              <a:t>cipher</a:t>
            </a:r>
            <a:r>
              <a:rPr lang="en-US" sz="2400" i="1" dirty="0">
                <a:latin typeface="Courier New" panose="02070309020205020404" pitchFamily="49" charset="0"/>
                <a:cs typeface="Courier New" panose="02070309020205020404" pitchFamily="49" charset="0"/>
              </a:rPr>
              <a:t> = </a:t>
            </a:r>
            <a:r>
              <a:rPr lang="en-US" sz="2400" i="1" dirty="0" err="1">
                <a:latin typeface="Courier New" panose="02070309020205020404" pitchFamily="49" charset="0"/>
                <a:cs typeface="Courier New" panose="02070309020205020404" pitchFamily="49" charset="0"/>
              </a:rPr>
              <a:t>Cipher.getInstance</a:t>
            </a:r>
            <a:r>
              <a:rPr lang="en-US" sz="2400" i="1" dirty="0">
                <a:latin typeface="Courier New" panose="02070309020205020404" pitchFamily="49" charset="0"/>
                <a:cs typeface="Courier New" panose="02070309020205020404" pitchFamily="49" charset="0"/>
              </a:rPr>
              <a:t>(“AES/ECB/PKCS5Padding");</a:t>
            </a:r>
          </a:p>
          <a:p>
            <a:r>
              <a:rPr lang="en-US" sz="2400" i="1" dirty="0">
                <a:latin typeface="Courier New" panose="02070309020205020404" pitchFamily="49" charset="0"/>
                <a:cs typeface="Courier New" panose="02070309020205020404" pitchFamily="49" charset="0"/>
              </a:rPr>
              <a:t>//stream</a:t>
            </a:r>
            <a:br>
              <a:rPr lang="en-US" sz="2400" i="1" dirty="0">
                <a:latin typeface="Courier New" panose="02070309020205020404" pitchFamily="49" charset="0"/>
                <a:cs typeface="Courier New" panose="02070309020205020404" pitchFamily="49" charset="0"/>
              </a:rPr>
            </a:br>
            <a:r>
              <a:rPr lang="en-US" sz="2400" i="1" dirty="0">
                <a:latin typeface="Courier New" panose="02070309020205020404" pitchFamily="49" charset="0"/>
                <a:cs typeface="Courier New" panose="02070309020205020404" pitchFamily="49" charset="0"/>
              </a:rPr>
              <a:t>Cipher </a:t>
            </a:r>
            <a:r>
              <a:rPr lang="en-US" sz="2400" i="1" dirty="0" err="1">
                <a:latin typeface="Courier New" panose="02070309020205020404" pitchFamily="49" charset="0"/>
                <a:cs typeface="Courier New" panose="02070309020205020404" pitchFamily="49" charset="0"/>
              </a:rPr>
              <a:t>cipher</a:t>
            </a:r>
            <a:r>
              <a:rPr lang="en-US" sz="2400" i="1" dirty="0">
                <a:latin typeface="Courier New" panose="02070309020205020404" pitchFamily="49" charset="0"/>
                <a:cs typeface="Courier New" panose="02070309020205020404" pitchFamily="49" charset="0"/>
              </a:rPr>
              <a:t> = </a:t>
            </a:r>
            <a:r>
              <a:rPr lang="en-US" sz="2400" i="1" dirty="0" err="1">
                <a:latin typeface="Courier New" panose="02070309020205020404" pitchFamily="49" charset="0"/>
                <a:cs typeface="Courier New" panose="02070309020205020404" pitchFamily="49" charset="0"/>
              </a:rPr>
              <a:t>Cipher.getInstance</a:t>
            </a:r>
            <a:r>
              <a:rPr lang="en-US" sz="2400" i="1" dirty="0">
                <a:latin typeface="Courier New" panose="02070309020205020404" pitchFamily="49" charset="0"/>
                <a:cs typeface="Courier New" panose="02070309020205020404" pitchFamily="49" charset="0"/>
              </a:rPr>
              <a:t>(“</a:t>
            </a:r>
            <a:r>
              <a:rPr lang="en-US" sz="2400" i="1" u="sng" dirty="0">
                <a:latin typeface="Courier New" panose="02070309020205020404" pitchFamily="49" charset="0"/>
                <a:cs typeface="Courier New" panose="02070309020205020404" pitchFamily="49" charset="0"/>
              </a:rPr>
              <a:t>ChaCha20”</a:t>
            </a:r>
            <a:r>
              <a:rPr lang="en-US" sz="2400" i="1" dirty="0">
                <a:latin typeface="Courier New" panose="02070309020205020404" pitchFamily="49" charset="0"/>
                <a:cs typeface="Courier New" panose="02070309020205020404" pitchFamily="49" charset="0"/>
              </a:rPr>
              <a:t>);</a:t>
            </a:r>
          </a:p>
          <a:p>
            <a:pPr marL="342900" indent="-342900">
              <a:buFont typeface="Arial" panose="020B0604020202020204" pitchFamily="34" charset="0"/>
              <a:buChar char="•"/>
            </a:pPr>
            <a:endParaRPr lang="en-US" sz="2400" noProof="0" dirty="0">
              <a:latin typeface="Calibri" panose="020F0502020204030204" pitchFamily="34" charset="0"/>
              <a:cs typeface="Courier New" panose="02070309020205020404" pitchFamily="49" charset="0"/>
            </a:endParaRPr>
          </a:p>
        </p:txBody>
      </p:sp>
    </p:spTree>
    <p:extLst>
      <p:ext uri="{BB962C8B-B14F-4D97-AF65-F5344CB8AC3E}">
        <p14:creationId xmlns:p14="http://schemas.microsoft.com/office/powerpoint/2010/main" val="19716859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F09D6-1EC5-E794-EFFF-28B5FFC7486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176E27D-D2D3-CC5F-7DF5-ABE2B8B2601B}"/>
              </a:ext>
            </a:extLst>
          </p:cNvPr>
          <p:cNvSpPr>
            <a:spLocks noGrp="1"/>
          </p:cNvSpPr>
          <p:nvPr>
            <p:ph type="title"/>
          </p:nvPr>
        </p:nvSpPr>
        <p:spPr/>
        <p:txBody>
          <a:bodyPr/>
          <a:lstStyle/>
          <a:p>
            <a:r>
              <a:rPr lang="en-GB" sz="3800" dirty="0"/>
              <a:t>Initializing</a:t>
            </a:r>
            <a:r>
              <a:rPr lang="en-GB" sz="3800" noProof="0" dirty="0"/>
              <a:t> a Cipher object</a:t>
            </a:r>
          </a:p>
        </p:txBody>
      </p:sp>
      <p:sp>
        <p:nvSpPr>
          <p:cNvPr id="3" name="Segnaposto testo 2">
            <a:extLst>
              <a:ext uri="{FF2B5EF4-FFF2-40B4-BE49-F238E27FC236}">
                <a16:creationId xmlns:a16="http://schemas.microsoft.com/office/drawing/2014/main" id="{D8E33DF2-CC44-5E41-058A-113791672F71}"/>
              </a:ext>
            </a:extLst>
          </p:cNvPr>
          <p:cNvSpPr>
            <a:spLocks noGrp="1"/>
          </p:cNvSpPr>
          <p:nvPr>
            <p:ph type="body" sz="quarter" idx="11"/>
          </p:nvPr>
        </p:nvSpPr>
        <p:spPr>
          <a:xfrm>
            <a:off x="527051" y="1412875"/>
            <a:ext cx="11233149" cy="1440061"/>
          </a:xfrm>
        </p:spPr>
        <p:txBody>
          <a:bodyPr/>
          <a:lstStyle/>
          <a:p>
            <a:r>
              <a:rPr lang="en-US" sz="2400" noProof="0" dirty="0">
                <a:cs typeface="Courier New" panose="02070309020205020404" pitchFamily="49" charset="0"/>
              </a:rPr>
              <a:t>A Cipher object must be initialized for one of four modes:</a:t>
            </a:r>
          </a:p>
          <a:p>
            <a:pPr marL="342900" indent="-342900">
              <a:buFont typeface="Arial" panose="020B0604020202020204" pitchFamily="34" charset="0"/>
              <a:buChar char="•"/>
            </a:pPr>
            <a:r>
              <a:rPr lang="en-US" sz="2400" noProof="0" dirty="0">
                <a:cs typeface="Courier New" panose="02070309020205020404" pitchFamily="49" charset="0"/>
              </a:rPr>
              <a:t>ENCRYPT_MODE</a:t>
            </a:r>
          </a:p>
          <a:p>
            <a:pPr marL="342900" indent="-342900">
              <a:buFont typeface="Arial" panose="020B0604020202020204" pitchFamily="34" charset="0"/>
              <a:buChar char="•"/>
            </a:pPr>
            <a:r>
              <a:rPr lang="en-US" sz="2400" noProof="0" dirty="0">
                <a:cs typeface="Courier New" panose="02070309020205020404" pitchFamily="49" charset="0"/>
              </a:rPr>
              <a:t>DECRYPT_MODE</a:t>
            </a:r>
          </a:p>
          <a:p>
            <a:pPr marL="342900" indent="-342900">
              <a:buFont typeface="Arial" panose="020B0604020202020204" pitchFamily="34" charset="0"/>
              <a:buChar char="•"/>
            </a:pPr>
            <a:endParaRPr lang="en-US" sz="2400" dirty="0">
              <a:cs typeface="Courier New" panose="02070309020205020404" pitchFamily="49" charset="0"/>
            </a:endParaRPr>
          </a:p>
        </p:txBody>
      </p:sp>
      <p:sp>
        <p:nvSpPr>
          <p:cNvPr id="4" name="CasellaDiTesto 3">
            <a:extLst>
              <a:ext uri="{FF2B5EF4-FFF2-40B4-BE49-F238E27FC236}">
                <a16:creationId xmlns:a16="http://schemas.microsoft.com/office/drawing/2014/main" id="{C869B71A-BDAC-1FAE-2648-CDF17D3712AF}"/>
              </a:ext>
            </a:extLst>
          </p:cNvPr>
          <p:cNvSpPr txBox="1"/>
          <p:nvPr/>
        </p:nvSpPr>
        <p:spPr>
          <a:xfrm>
            <a:off x="4871864" y="1804057"/>
            <a:ext cx="4320480" cy="904863"/>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ourier New" panose="02070309020205020404" pitchFamily="49" charset="0"/>
              </a:rPr>
              <a:t>WRAP_MODE</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ourier New" panose="02070309020205020404" pitchFamily="49" charset="0"/>
              </a:rPr>
              <a:t>UNWRAP_MODE</a:t>
            </a:r>
          </a:p>
        </p:txBody>
      </p:sp>
      <p:sp>
        <p:nvSpPr>
          <p:cNvPr id="6" name="Segnaposto testo 2">
            <a:extLst>
              <a:ext uri="{FF2B5EF4-FFF2-40B4-BE49-F238E27FC236}">
                <a16:creationId xmlns:a16="http://schemas.microsoft.com/office/drawing/2014/main" id="{FA6AD607-81F3-1417-1512-5D572CD99062}"/>
              </a:ext>
            </a:extLst>
          </p:cNvPr>
          <p:cNvSpPr txBox="1">
            <a:spLocks/>
          </p:cNvSpPr>
          <p:nvPr/>
        </p:nvSpPr>
        <p:spPr>
          <a:xfrm>
            <a:off x="545533" y="3093454"/>
            <a:ext cx="11233149" cy="3287874"/>
          </a:xfrm>
          <a:prstGeom prst="rect">
            <a:avLst/>
          </a:prstGeom>
        </p:spPr>
        <p:txBody>
          <a:bodyPr/>
          <a:lstStyle>
            <a:lvl1pPr marL="0" indent="0" algn="l" defTabSz="914400" rtl="0" eaLnBrk="1" latinLnBrk="0" hangingPunct="1">
              <a:spcBef>
                <a:spcPct val="20000"/>
              </a:spcBef>
              <a:buFont typeface="Arial" panose="020B0604020202020204" pitchFamily="34" charset="0"/>
              <a:buNone/>
              <a:defRPr sz="18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l">
              <a:spcBef>
                <a:spcPts val="1050"/>
              </a:spcBef>
              <a:spcAft>
                <a:spcPts val="1050"/>
              </a:spcAft>
              <a:buNone/>
            </a:pPr>
            <a:r>
              <a:rPr lang="en-US" sz="2400" b="0" i="0" dirty="0">
                <a:solidFill>
                  <a:srgbClr val="1A1816"/>
                </a:solidFill>
                <a:effectLst/>
                <a:latin typeface="Oracle Sans"/>
              </a:rPr>
              <a:t>To initialize a </a:t>
            </a:r>
            <a:r>
              <a:rPr lang="en-US" sz="2400" b="0" i="0" dirty="0">
                <a:solidFill>
                  <a:srgbClr val="1A1816"/>
                </a:solidFill>
                <a:effectLst/>
                <a:latin typeface="Courier New" panose="02070309020205020404" pitchFamily="49" charset="0"/>
              </a:rPr>
              <a:t>Cipher</a:t>
            </a:r>
            <a:r>
              <a:rPr lang="en-US" sz="2400" b="0" i="0" dirty="0">
                <a:solidFill>
                  <a:srgbClr val="1A1816"/>
                </a:solidFill>
                <a:effectLst/>
                <a:latin typeface="Oracle Sans"/>
              </a:rPr>
              <a:t> object, call one of the following </a:t>
            </a:r>
            <a:r>
              <a:rPr lang="en-US" sz="2400" b="0" i="0" dirty="0" err="1">
                <a:solidFill>
                  <a:srgbClr val="1A1816"/>
                </a:solidFill>
                <a:effectLst/>
                <a:latin typeface="Courier New" panose="02070309020205020404" pitchFamily="49" charset="0"/>
              </a:rPr>
              <a:t>init</a:t>
            </a:r>
            <a:r>
              <a:rPr lang="en-US" sz="2400" b="0" i="0" dirty="0">
                <a:solidFill>
                  <a:srgbClr val="1A1816"/>
                </a:solidFill>
                <a:effectLst/>
                <a:latin typeface="Oracle Sans"/>
              </a:rPr>
              <a:t> methods:</a:t>
            </a:r>
          </a:p>
          <a:p>
            <a:pPr marL="285750" indent="-285750">
              <a:buFont typeface="Arial" panose="020B0604020202020204" pitchFamily="34" charset="0"/>
              <a:buChar char="•"/>
            </a:pPr>
            <a:r>
              <a:rPr lang="it-IT" dirty="0">
                <a:highlight>
                  <a:srgbClr val="C0C0C0"/>
                </a:highlight>
                <a:latin typeface="Courier New" panose="02070309020205020404" pitchFamily="49" charset="0"/>
                <a:cs typeface="Courier New" panose="02070309020205020404" pitchFamily="49" charset="0"/>
              </a:rPr>
              <a:t>public </a:t>
            </a:r>
            <a:r>
              <a:rPr lang="it-IT" dirty="0" err="1">
                <a:highlight>
                  <a:srgbClr val="C0C0C0"/>
                </a:highlight>
                <a:latin typeface="Courier New" panose="02070309020205020404" pitchFamily="49" charset="0"/>
                <a:cs typeface="Courier New" panose="02070309020205020404" pitchFamily="49" charset="0"/>
              </a:rPr>
              <a:t>void</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init</a:t>
            </a:r>
            <a:r>
              <a:rPr lang="it-IT" dirty="0">
                <a:highlight>
                  <a:srgbClr val="C0C0C0"/>
                </a:highlight>
                <a:latin typeface="Courier New" panose="02070309020205020404" pitchFamily="49" charset="0"/>
                <a:cs typeface="Courier New" panose="02070309020205020404" pitchFamily="49" charset="0"/>
              </a:rPr>
              <a:t>(</a:t>
            </a:r>
            <a:r>
              <a:rPr lang="it-IT" dirty="0" err="1">
                <a:highlight>
                  <a:srgbClr val="C0C0C0"/>
                </a:highlight>
                <a:latin typeface="Courier New" panose="02070309020205020404" pitchFamily="49" charset="0"/>
                <a:cs typeface="Courier New" panose="02070309020205020404" pitchFamily="49" charset="0"/>
              </a:rPr>
              <a:t>int</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opmode</a:t>
            </a:r>
            <a:r>
              <a:rPr lang="it-IT" dirty="0">
                <a:highlight>
                  <a:srgbClr val="C0C0C0"/>
                </a:highlight>
                <a:latin typeface="Courier New" panose="02070309020205020404" pitchFamily="49" charset="0"/>
                <a:cs typeface="Courier New" panose="02070309020205020404" pitchFamily="49" charset="0"/>
              </a:rPr>
              <a:t>, Key </a:t>
            </a:r>
            <a:r>
              <a:rPr lang="it-IT" dirty="0" err="1">
                <a:highlight>
                  <a:srgbClr val="C0C0C0"/>
                </a:highlight>
                <a:latin typeface="Courier New" panose="02070309020205020404" pitchFamily="49" charset="0"/>
                <a:cs typeface="Courier New" panose="02070309020205020404" pitchFamily="49" charset="0"/>
              </a:rPr>
              <a:t>key</a:t>
            </a:r>
            <a:r>
              <a:rPr lang="it-IT" dirty="0">
                <a:highlight>
                  <a:srgbClr val="C0C0C0"/>
                </a:highlight>
                <a:latin typeface="Courier New" panose="02070309020205020404" pitchFamily="49" charset="0"/>
                <a:cs typeface="Courier New" panose="02070309020205020404" pitchFamily="49" charset="0"/>
              </a:rPr>
              <a:t>);</a:t>
            </a:r>
          </a:p>
          <a:p>
            <a:pPr marL="285750" indent="-285750">
              <a:buFont typeface="Arial" panose="020B0604020202020204" pitchFamily="34" charset="0"/>
              <a:buChar char="•"/>
            </a:pPr>
            <a:endParaRPr lang="it-IT" dirty="0">
              <a:highlight>
                <a:srgbClr val="C0C0C0"/>
              </a:highlight>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r>
              <a:rPr lang="it-IT" dirty="0">
                <a:highlight>
                  <a:srgbClr val="C0C0C0"/>
                </a:highlight>
                <a:latin typeface="Courier New" panose="02070309020205020404" pitchFamily="49" charset="0"/>
                <a:cs typeface="Courier New" panose="02070309020205020404" pitchFamily="49" charset="0"/>
              </a:rPr>
              <a:t>public </a:t>
            </a:r>
            <a:r>
              <a:rPr lang="it-IT" dirty="0" err="1">
                <a:highlight>
                  <a:srgbClr val="C0C0C0"/>
                </a:highlight>
                <a:latin typeface="Courier New" panose="02070309020205020404" pitchFamily="49" charset="0"/>
                <a:cs typeface="Courier New" panose="02070309020205020404" pitchFamily="49" charset="0"/>
              </a:rPr>
              <a:t>void</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init</a:t>
            </a:r>
            <a:r>
              <a:rPr lang="it-IT" dirty="0">
                <a:highlight>
                  <a:srgbClr val="C0C0C0"/>
                </a:highlight>
                <a:latin typeface="Courier New" panose="02070309020205020404" pitchFamily="49" charset="0"/>
                <a:cs typeface="Courier New" panose="02070309020205020404" pitchFamily="49" charset="0"/>
              </a:rPr>
              <a:t>(</a:t>
            </a:r>
            <a:r>
              <a:rPr lang="it-IT" dirty="0" err="1">
                <a:highlight>
                  <a:srgbClr val="C0C0C0"/>
                </a:highlight>
                <a:latin typeface="Courier New" panose="02070309020205020404" pitchFamily="49" charset="0"/>
                <a:cs typeface="Courier New" panose="02070309020205020404" pitchFamily="49" charset="0"/>
              </a:rPr>
              <a:t>int</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opmode</a:t>
            </a:r>
            <a:r>
              <a:rPr lang="it-IT" dirty="0">
                <a:highlight>
                  <a:srgbClr val="C0C0C0"/>
                </a:highlight>
                <a:latin typeface="Courier New" panose="02070309020205020404" pitchFamily="49" charset="0"/>
                <a:cs typeface="Courier New" panose="02070309020205020404" pitchFamily="49" charset="0"/>
              </a:rPr>
              <a:t>, Key </a:t>
            </a:r>
            <a:r>
              <a:rPr lang="it-IT" dirty="0" err="1">
                <a:highlight>
                  <a:srgbClr val="C0C0C0"/>
                </a:highlight>
                <a:latin typeface="Courier New" panose="02070309020205020404" pitchFamily="49" charset="0"/>
                <a:cs typeface="Courier New" panose="02070309020205020404" pitchFamily="49" charset="0"/>
              </a:rPr>
              <a:t>key</a:t>
            </a:r>
            <a:r>
              <a:rPr lang="it-IT" dirty="0">
                <a:highlight>
                  <a:srgbClr val="C0C0C0"/>
                </a:highlight>
                <a:latin typeface="Courier New" panose="02070309020205020404" pitchFamily="49" charset="0"/>
                <a:cs typeface="Courier New" panose="02070309020205020404" pitchFamily="49" charset="0"/>
              </a:rPr>
              <a:t>, SecureRandom random);</a:t>
            </a:r>
          </a:p>
          <a:p>
            <a:pPr marL="285750" indent="-285750">
              <a:buFont typeface="Arial" panose="020B0604020202020204" pitchFamily="34" charset="0"/>
              <a:buChar char="•"/>
            </a:pPr>
            <a:endParaRPr lang="it-IT" dirty="0">
              <a:highlight>
                <a:srgbClr val="C0C0C0"/>
              </a:highlight>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r>
              <a:rPr lang="it-IT" dirty="0">
                <a:highlight>
                  <a:srgbClr val="C0C0C0"/>
                </a:highlight>
                <a:latin typeface="Courier New" panose="02070309020205020404" pitchFamily="49" charset="0"/>
                <a:cs typeface="Courier New" panose="02070309020205020404" pitchFamily="49" charset="0"/>
              </a:rPr>
              <a:t>public </a:t>
            </a:r>
            <a:r>
              <a:rPr lang="it-IT" dirty="0" err="1">
                <a:highlight>
                  <a:srgbClr val="C0C0C0"/>
                </a:highlight>
                <a:latin typeface="Courier New" panose="02070309020205020404" pitchFamily="49" charset="0"/>
                <a:cs typeface="Courier New" panose="02070309020205020404" pitchFamily="49" charset="0"/>
              </a:rPr>
              <a:t>void</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init</a:t>
            </a:r>
            <a:r>
              <a:rPr lang="it-IT" dirty="0">
                <a:highlight>
                  <a:srgbClr val="C0C0C0"/>
                </a:highlight>
                <a:latin typeface="Courier New" panose="02070309020205020404" pitchFamily="49" charset="0"/>
                <a:cs typeface="Courier New" panose="02070309020205020404" pitchFamily="49" charset="0"/>
              </a:rPr>
              <a:t>(</a:t>
            </a:r>
            <a:r>
              <a:rPr lang="it-IT" dirty="0" err="1">
                <a:highlight>
                  <a:srgbClr val="C0C0C0"/>
                </a:highlight>
                <a:latin typeface="Courier New" panose="02070309020205020404" pitchFamily="49" charset="0"/>
                <a:cs typeface="Courier New" panose="02070309020205020404" pitchFamily="49" charset="0"/>
              </a:rPr>
              <a:t>int</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opmode</a:t>
            </a:r>
            <a:r>
              <a:rPr lang="it-IT" dirty="0">
                <a:highlight>
                  <a:srgbClr val="C0C0C0"/>
                </a:highlight>
                <a:latin typeface="Courier New" panose="02070309020205020404" pitchFamily="49" charset="0"/>
                <a:cs typeface="Courier New" panose="02070309020205020404" pitchFamily="49" charset="0"/>
              </a:rPr>
              <a:t>, Key </a:t>
            </a:r>
            <a:r>
              <a:rPr lang="it-IT" dirty="0" err="1">
                <a:highlight>
                  <a:srgbClr val="C0C0C0"/>
                </a:highlight>
                <a:latin typeface="Courier New" panose="02070309020205020404" pitchFamily="49" charset="0"/>
                <a:cs typeface="Courier New" panose="02070309020205020404" pitchFamily="49" charset="0"/>
              </a:rPr>
              <a:t>key</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AlgorithmParameterSpec</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params</a:t>
            </a:r>
            <a:r>
              <a:rPr lang="it-IT" dirty="0">
                <a:highlight>
                  <a:srgbClr val="C0C0C0"/>
                </a:highlight>
                <a:latin typeface="Courier New" panose="02070309020205020404" pitchFamily="49" charset="0"/>
                <a:cs typeface="Courier New" panose="02070309020205020404" pitchFamily="49" charset="0"/>
              </a:rPr>
              <a:t>);</a:t>
            </a:r>
          </a:p>
          <a:p>
            <a:pPr marL="285750" indent="-285750">
              <a:buFont typeface="Arial" panose="020B0604020202020204" pitchFamily="34" charset="0"/>
              <a:buChar char="•"/>
            </a:pPr>
            <a:endParaRPr lang="it-IT" dirty="0">
              <a:highlight>
                <a:srgbClr val="C0C0C0"/>
              </a:highlight>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r>
              <a:rPr lang="it-IT" dirty="0">
                <a:highlight>
                  <a:srgbClr val="C0C0C0"/>
                </a:highlight>
                <a:latin typeface="Courier New" panose="02070309020205020404" pitchFamily="49" charset="0"/>
                <a:cs typeface="Courier New" panose="02070309020205020404" pitchFamily="49" charset="0"/>
              </a:rPr>
              <a:t>public </a:t>
            </a:r>
            <a:r>
              <a:rPr lang="it-IT" dirty="0" err="1">
                <a:highlight>
                  <a:srgbClr val="C0C0C0"/>
                </a:highlight>
                <a:latin typeface="Courier New" panose="02070309020205020404" pitchFamily="49" charset="0"/>
                <a:cs typeface="Courier New" panose="02070309020205020404" pitchFamily="49" charset="0"/>
              </a:rPr>
              <a:t>void</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init</a:t>
            </a:r>
            <a:r>
              <a:rPr lang="it-IT" dirty="0">
                <a:highlight>
                  <a:srgbClr val="C0C0C0"/>
                </a:highlight>
                <a:latin typeface="Courier New" panose="02070309020205020404" pitchFamily="49" charset="0"/>
                <a:cs typeface="Courier New" panose="02070309020205020404" pitchFamily="49" charset="0"/>
              </a:rPr>
              <a:t>(</a:t>
            </a:r>
            <a:r>
              <a:rPr lang="it-IT" dirty="0" err="1">
                <a:highlight>
                  <a:srgbClr val="C0C0C0"/>
                </a:highlight>
                <a:latin typeface="Courier New" panose="02070309020205020404" pitchFamily="49" charset="0"/>
                <a:cs typeface="Courier New" panose="02070309020205020404" pitchFamily="49" charset="0"/>
              </a:rPr>
              <a:t>int</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opmode</a:t>
            </a:r>
            <a:r>
              <a:rPr lang="it-IT" dirty="0">
                <a:highlight>
                  <a:srgbClr val="C0C0C0"/>
                </a:highlight>
                <a:latin typeface="Courier New" panose="02070309020205020404" pitchFamily="49" charset="0"/>
                <a:cs typeface="Courier New" panose="02070309020205020404" pitchFamily="49" charset="0"/>
              </a:rPr>
              <a:t>, Key </a:t>
            </a:r>
            <a:r>
              <a:rPr lang="it-IT" dirty="0" err="1">
                <a:highlight>
                  <a:srgbClr val="C0C0C0"/>
                </a:highlight>
                <a:latin typeface="Courier New" panose="02070309020205020404" pitchFamily="49" charset="0"/>
                <a:cs typeface="Courier New" panose="02070309020205020404" pitchFamily="49" charset="0"/>
              </a:rPr>
              <a:t>key</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AlgorithmParameterSpec</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params</a:t>
            </a:r>
            <a:r>
              <a:rPr lang="it-IT" dirty="0">
                <a:highlight>
                  <a:srgbClr val="C0C0C0"/>
                </a:highlight>
                <a:latin typeface="Courier New" panose="02070309020205020404" pitchFamily="49" charset="0"/>
                <a:cs typeface="Courier New" panose="02070309020205020404" pitchFamily="49" charset="0"/>
              </a:rPr>
              <a:t>, SecureRandom random);</a:t>
            </a:r>
          </a:p>
          <a:p>
            <a:endParaRPr lang="it-IT" dirty="0"/>
          </a:p>
          <a:p>
            <a:pPr>
              <a:buNone/>
            </a:pPr>
            <a:br>
              <a:rPr lang="en-US" sz="2400" dirty="0"/>
            </a:br>
            <a:endParaRPr lang="en-US" sz="2400" dirty="0">
              <a:cs typeface="Courier New" panose="02070309020205020404" pitchFamily="49" charset="0"/>
            </a:endParaRPr>
          </a:p>
        </p:txBody>
      </p:sp>
    </p:spTree>
    <p:extLst>
      <p:ext uri="{BB962C8B-B14F-4D97-AF65-F5344CB8AC3E}">
        <p14:creationId xmlns:p14="http://schemas.microsoft.com/office/powerpoint/2010/main" val="3360711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AC065-0774-07C4-8128-52D3E5BA7F6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856B159-FA24-2B86-0421-CA0F32BE5369}"/>
              </a:ext>
            </a:extLst>
          </p:cNvPr>
          <p:cNvSpPr>
            <a:spLocks noGrp="1"/>
          </p:cNvSpPr>
          <p:nvPr>
            <p:ph type="title"/>
          </p:nvPr>
        </p:nvSpPr>
        <p:spPr/>
        <p:txBody>
          <a:bodyPr/>
          <a:lstStyle/>
          <a:p>
            <a:r>
              <a:rPr lang="en-GB" sz="3800" noProof="0" dirty="0"/>
              <a:t>Generating </a:t>
            </a:r>
            <a:r>
              <a:rPr lang="en-GB" sz="3800" dirty="0"/>
              <a:t>Keys</a:t>
            </a:r>
            <a:endParaRPr lang="en-GB" sz="3800" noProof="0" dirty="0"/>
          </a:p>
        </p:txBody>
      </p:sp>
      <p:sp>
        <p:nvSpPr>
          <p:cNvPr id="3" name="Segnaposto testo 2">
            <a:extLst>
              <a:ext uri="{FF2B5EF4-FFF2-40B4-BE49-F238E27FC236}">
                <a16:creationId xmlns:a16="http://schemas.microsoft.com/office/drawing/2014/main" id="{31E77489-5162-F67F-087A-A9C83FF432D4}"/>
              </a:ext>
            </a:extLst>
          </p:cNvPr>
          <p:cNvSpPr>
            <a:spLocks noGrp="1"/>
          </p:cNvSpPr>
          <p:nvPr>
            <p:ph type="body" sz="quarter" idx="11"/>
          </p:nvPr>
        </p:nvSpPr>
        <p:spPr/>
        <p:txBody>
          <a:bodyPr/>
          <a:lstStyle/>
          <a:p>
            <a:pPr marL="342900" indent="-342900">
              <a:buFont typeface="Arial" panose="020B0604020202020204" pitchFamily="34" charset="0"/>
              <a:buChar char="•"/>
            </a:pPr>
            <a:r>
              <a:rPr lang="en-GB" sz="2400" noProof="0" dirty="0">
                <a:latin typeface="Calibri" panose="020F0502020204030204" pitchFamily="34" charset="0"/>
              </a:rPr>
              <a:t>Of course, to use ciphers, we need cryptographic key material. To generate keys, we need a </a:t>
            </a:r>
            <a:r>
              <a:rPr lang="en-GB" sz="2400" noProof="0" dirty="0" err="1">
                <a:latin typeface="Courier New" panose="02070309020205020404" pitchFamily="49" charset="0"/>
              </a:rPr>
              <a:t>KeyGenerator</a:t>
            </a:r>
            <a:r>
              <a:rPr lang="en-GB" sz="2400" noProof="0" dirty="0">
                <a:latin typeface="Calibri" panose="020F0502020204030204" pitchFamily="34" charset="0"/>
              </a:rPr>
              <a:t> object. </a:t>
            </a:r>
          </a:p>
          <a:p>
            <a:pPr marL="342900" indent="-342900">
              <a:buFont typeface="Arial" panose="020B0604020202020204" pitchFamily="34" charset="0"/>
              <a:buChar char="•"/>
            </a:pPr>
            <a:r>
              <a:rPr lang="en-GB" sz="2400" noProof="0" dirty="0">
                <a:latin typeface="Calibri" panose="020F0502020204030204" pitchFamily="34" charset="0"/>
              </a:rPr>
              <a:t>With no one’s surprise, available via:</a:t>
            </a:r>
            <a:br>
              <a:rPr lang="en-GB" sz="2400" noProof="0" dirty="0">
                <a:latin typeface="Calibri" panose="020F0502020204030204" pitchFamily="34" charset="0"/>
              </a:rPr>
            </a:br>
            <a:r>
              <a:rPr lang="en-GB" sz="2400" noProof="0" dirty="0">
                <a:highlight>
                  <a:srgbClr val="C0C0C0"/>
                </a:highlight>
                <a:latin typeface="Courier New" panose="02070309020205020404" pitchFamily="49" charset="0"/>
              </a:rPr>
              <a:t>public static </a:t>
            </a:r>
            <a:r>
              <a:rPr lang="en-GB" sz="2400" noProof="0" dirty="0" err="1">
                <a:highlight>
                  <a:srgbClr val="C0C0C0"/>
                </a:highlight>
                <a:latin typeface="Courier New" panose="02070309020205020404" pitchFamily="49" charset="0"/>
              </a:rPr>
              <a:t>KeyGenerator</a:t>
            </a:r>
            <a:r>
              <a:rPr lang="en-GB" sz="2400" noProof="0" dirty="0">
                <a:highlight>
                  <a:srgbClr val="C0C0C0"/>
                </a:highlight>
                <a:latin typeface="Courier New" panose="02070309020205020404" pitchFamily="49" charset="0"/>
              </a:rPr>
              <a:t> getInstance(String algorithm);</a:t>
            </a:r>
            <a:br>
              <a:rPr lang="en-GB" sz="2400" noProof="0" dirty="0">
                <a:highlight>
                  <a:srgbClr val="C0C0C0"/>
                </a:highlight>
                <a:latin typeface="Courier New" panose="02070309020205020404" pitchFamily="49" charset="0"/>
              </a:rPr>
            </a:br>
            <a:r>
              <a:rPr lang="en-GB" sz="2400" i="1" noProof="0" dirty="0" err="1">
                <a:latin typeface="Courier New" panose="02070309020205020404" pitchFamily="49" charset="0"/>
              </a:rPr>
              <a:t>KeyGenerator</a:t>
            </a:r>
            <a:r>
              <a:rPr lang="en-GB" sz="2400" i="1" noProof="0" dirty="0">
                <a:latin typeface="Courier New" panose="02070309020205020404" pitchFamily="49" charset="0"/>
              </a:rPr>
              <a:t> kg = </a:t>
            </a:r>
            <a:r>
              <a:rPr lang="en-GB" sz="2400" i="1" noProof="0" dirty="0" err="1">
                <a:latin typeface="Courier New" panose="02070309020205020404" pitchFamily="49" charset="0"/>
              </a:rPr>
              <a:t>KeyGenerator.getInstance</a:t>
            </a:r>
            <a:r>
              <a:rPr lang="en-GB" sz="2400" i="1" noProof="0" dirty="0">
                <a:latin typeface="Courier New" panose="02070309020205020404" pitchFamily="49" charset="0"/>
              </a:rPr>
              <a:t>(“AES”);</a:t>
            </a:r>
          </a:p>
          <a:p>
            <a:pPr marL="342900" indent="-342900">
              <a:buFont typeface="Arial" panose="020B0604020202020204" pitchFamily="34" charset="0"/>
              <a:buChar char="•"/>
            </a:pPr>
            <a:r>
              <a:rPr lang="en-GB" sz="2400" noProof="0" dirty="0">
                <a:latin typeface="Calibri" panose="020F0502020204030204" pitchFamily="34" charset="0"/>
              </a:rPr>
              <a:t>Initialize the object using:</a:t>
            </a:r>
            <a:br>
              <a:rPr lang="en-GB" sz="2400" noProof="0" dirty="0">
                <a:latin typeface="Calibri" panose="020F0502020204030204" pitchFamily="34" charset="0"/>
              </a:rPr>
            </a:br>
            <a:r>
              <a:rPr lang="en-GB" sz="2400" noProof="0" dirty="0">
                <a:highlight>
                  <a:srgbClr val="C0C0C0"/>
                </a:highlight>
                <a:latin typeface="Courier New" panose="02070309020205020404" pitchFamily="49" charset="0"/>
              </a:rPr>
              <a:t>public void </a:t>
            </a:r>
            <a:r>
              <a:rPr lang="en-GB" sz="2400" noProof="0" dirty="0" err="1">
                <a:highlight>
                  <a:srgbClr val="C0C0C0"/>
                </a:highlight>
                <a:latin typeface="Courier New" panose="02070309020205020404" pitchFamily="49" charset="0"/>
              </a:rPr>
              <a:t>init</a:t>
            </a:r>
            <a:r>
              <a:rPr lang="en-GB" sz="2400" noProof="0" dirty="0">
                <a:highlight>
                  <a:srgbClr val="C0C0C0"/>
                </a:highlight>
                <a:latin typeface="Courier New" panose="02070309020205020404" pitchFamily="49" charset="0"/>
              </a:rPr>
              <a:t>(int </a:t>
            </a:r>
            <a:r>
              <a:rPr lang="en-GB" sz="2400" noProof="0" dirty="0" err="1">
                <a:highlight>
                  <a:srgbClr val="C0C0C0"/>
                </a:highlight>
                <a:latin typeface="Courier New" panose="02070309020205020404" pitchFamily="49" charset="0"/>
              </a:rPr>
              <a:t>keySize</a:t>
            </a:r>
            <a:r>
              <a:rPr lang="en-GB" sz="2400" noProof="0" dirty="0">
                <a:highlight>
                  <a:srgbClr val="C0C0C0"/>
                </a:highlight>
                <a:latin typeface="Courier New" panose="02070309020205020404" pitchFamily="49" charset="0"/>
              </a:rPr>
              <a:t>);</a:t>
            </a:r>
            <a:br>
              <a:rPr lang="en-GB" sz="2400" noProof="0" dirty="0">
                <a:highlight>
                  <a:srgbClr val="C0C0C0"/>
                </a:highlight>
                <a:latin typeface="Courier New" panose="02070309020205020404" pitchFamily="49" charset="0"/>
              </a:rPr>
            </a:br>
            <a:r>
              <a:rPr lang="en-GB" sz="2400" i="1" noProof="0" dirty="0" err="1">
                <a:latin typeface="Courier New" panose="02070309020205020404" pitchFamily="49" charset="0"/>
              </a:rPr>
              <a:t>kg.init</a:t>
            </a:r>
            <a:r>
              <a:rPr lang="en-GB" sz="2400" i="1" noProof="0" dirty="0">
                <a:latin typeface="Courier New" panose="02070309020205020404" pitchFamily="49" charset="0"/>
              </a:rPr>
              <a:t>(256);</a:t>
            </a:r>
          </a:p>
          <a:p>
            <a:pPr marL="342900" indent="-342900">
              <a:buFont typeface="Arial" panose="020B0604020202020204" pitchFamily="34" charset="0"/>
              <a:buChar char="•"/>
            </a:pPr>
            <a:r>
              <a:rPr lang="en-GB" sz="2400" noProof="0" dirty="0">
                <a:latin typeface="Calibri" panose="020F0502020204030204" pitchFamily="34" charset="0"/>
              </a:rPr>
              <a:t>Obtain a secret key:</a:t>
            </a:r>
            <a:br>
              <a:rPr lang="en-GB" sz="2400" noProof="0" dirty="0">
                <a:latin typeface="Calibri" panose="020F0502020204030204" pitchFamily="34" charset="0"/>
              </a:rPr>
            </a:br>
            <a:r>
              <a:rPr lang="en-GB" sz="2400" noProof="0" dirty="0">
                <a:highlight>
                  <a:srgbClr val="C0C0C0"/>
                </a:highlight>
                <a:latin typeface="Courier New" panose="02070309020205020404" pitchFamily="49" charset="0"/>
              </a:rPr>
              <a:t>public SecretKey </a:t>
            </a:r>
            <a:r>
              <a:rPr lang="en-GB" sz="2400" noProof="0" dirty="0" err="1">
                <a:highlight>
                  <a:srgbClr val="C0C0C0"/>
                </a:highlight>
                <a:latin typeface="Courier New" panose="02070309020205020404" pitchFamily="49" charset="0"/>
              </a:rPr>
              <a:t>generateKey</a:t>
            </a:r>
            <a:r>
              <a:rPr lang="en-GB" sz="2400" noProof="0" dirty="0">
                <a:highlight>
                  <a:srgbClr val="C0C0C0"/>
                </a:highlight>
                <a:latin typeface="Courier New" panose="02070309020205020404" pitchFamily="49" charset="0"/>
              </a:rPr>
              <a:t>();</a:t>
            </a:r>
            <a:br>
              <a:rPr lang="en-GB" sz="2400" noProof="0" dirty="0">
                <a:latin typeface="Calibri" panose="020F0502020204030204" pitchFamily="34" charset="0"/>
              </a:rPr>
            </a:br>
            <a:r>
              <a:rPr lang="en-GB" sz="2400" noProof="0" dirty="0">
                <a:latin typeface="Courier New" panose="02070309020205020404" pitchFamily="49" charset="0"/>
              </a:rPr>
              <a:t>SecretKey </a:t>
            </a:r>
            <a:r>
              <a:rPr lang="en-GB" sz="2400" noProof="0" dirty="0" err="1">
                <a:latin typeface="Courier New" panose="02070309020205020404" pitchFamily="49" charset="0"/>
              </a:rPr>
              <a:t>sk</a:t>
            </a:r>
            <a:r>
              <a:rPr lang="en-GB" sz="2400" noProof="0" dirty="0">
                <a:latin typeface="Courier New" panose="02070309020205020404" pitchFamily="49" charset="0"/>
              </a:rPr>
              <a:t> = </a:t>
            </a:r>
            <a:r>
              <a:rPr lang="en-GB" sz="2400" noProof="0" dirty="0" err="1">
                <a:latin typeface="Courier New" panose="02070309020205020404" pitchFamily="49" charset="0"/>
              </a:rPr>
              <a:t>kg.generateKey</a:t>
            </a:r>
            <a:r>
              <a:rPr lang="en-GB" sz="2400" noProof="0" dirty="0">
                <a:latin typeface="Courier New" panose="02070309020205020404" pitchFamily="49" charset="0"/>
              </a:rPr>
              <a:t>();</a:t>
            </a:r>
            <a:br>
              <a:rPr lang="en-GB" sz="2400" i="1" noProof="0" dirty="0">
                <a:highlight>
                  <a:srgbClr val="C0C0C0"/>
                </a:highlight>
                <a:latin typeface="Courier New" panose="02070309020205020404" pitchFamily="49" charset="0"/>
              </a:rPr>
            </a:br>
            <a:endParaRPr lang="en-GB" sz="2400" i="1" noProof="0" dirty="0">
              <a:highlight>
                <a:srgbClr val="C0C0C0"/>
              </a:highlight>
              <a:latin typeface="Calibri" panose="020F0502020204030204" pitchFamily="34" charset="0"/>
            </a:endParaRPr>
          </a:p>
          <a:p>
            <a:pPr marL="342900" indent="-342900">
              <a:buFont typeface="Arial" panose="020B0604020202020204" pitchFamily="34" charset="0"/>
              <a:buChar char="•"/>
            </a:pPr>
            <a:endParaRPr lang="en-GB" sz="2400" noProof="0" dirty="0">
              <a:latin typeface="Calibri" panose="020F0502020204030204" pitchFamily="34" charset="0"/>
            </a:endParaRPr>
          </a:p>
        </p:txBody>
      </p:sp>
    </p:spTree>
    <p:extLst>
      <p:ext uri="{BB962C8B-B14F-4D97-AF65-F5344CB8AC3E}">
        <p14:creationId xmlns:p14="http://schemas.microsoft.com/office/powerpoint/2010/main" val="24771649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74CE1-5A0A-0C94-6280-635642AA143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339D444-668E-08E9-0367-1E8C31F16D14}"/>
              </a:ext>
            </a:extLst>
          </p:cNvPr>
          <p:cNvSpPr>
            <a:spLocks noGrp="1"/>
          </p:cNvSpPr>
          <p:nvPr>
            <p:ph type="title"/>
          </p:nvPr>
        </p:nvSpPr>
        <p:spPr/>
        <p:txBody>
          <a:bodyPr/>
          <a:lstStyle/>
          <a:p>
            <a:r>
              <a:rPr lang="en-GB" sz="3800" dirty="0"/>
              <a:t>About Cipher parameters…</a:t>
            </a:r>
            <a:endParaRPr lang="en-GB" sz="3800" noProof="0" dirty="0"/>
          </a:p>
        </p:txBody>
      </p:sp>
      <p:sp>
        <p:nvSpPr>
          <p:cNvPr id="3" name="Segnaposto testo 2">
            <a:extLst>
              <a:ext uri="{FF2B5EF4-FFF2-40B4-BE49-F238E27FC236}">
                <a16:creationId xmlns:a16="http://schemas.microsoft.com/office/drawing/2014/main" id="{D779C0BD-23B1-7192-2F70-E294DD1FEE7D}"/>
              </a:ext>
            </a:extLst>
          </p:cNvPr>
          <p:cNvSpPr>
            <a:spLocks noGrp="1"/>
          </p:cNvSpPr>
          <p:nvPr>
            <p:ph type="body" sz="quarter" idx="11"/>
          </p:nvPr>
        </p:nvSpPr>
        <p:spPr>
          <a:xfrm>
            <a:off x="527051" y="1412875"/>
            <a:ext cx="11233149" cy="4824437"/>
          </a:xfrm>
        </p:spPr>
        <p:txBody>
          <a:bodyPr/>
          <a:lstStyle/>
          <a:p>
            <a:pPr marL="342900" indent="-342900">
              <a:buFont typeface="Arial" panose="020B0604020202020204" pitchFamily="34" charset="0"/>
              <a:buChar char="•"/>
            </a:pPr>
            <a:r>
              <a:rPr lang="en-US" sz="2200" dirty="0">
                <a:cs typeface="Courier New" panose="02070309020205020404" pitchFamily="49" charset="0"/>
              </a:rPr>
              <a:t>If a Cipher object that requires parameters (for example, an IV) is initialized for </a:t>
            </a:r>
            <a:r>
              <a:rPr lang="en-US" sz="2200" b="1" u="sng" dirty="0">
                <a:cs typeface="Courier New" panose="02070309020205020404" pitchFamily="49" charset="0"/>
              </a:rPr>
              <a:t>encryption</a:t>
            </a:r>
            <a:r>
              <a:rPr lang="en-US" sz="2200" dirty="0">
                <a:cs typeface="Courier New" panose="02070309020205020404" pitchFamily="49" charset="0"/>
              </a:rPr>
              <a:t>, and no parameters are supplied to the </a:t>
            </a:r>
            <a:r>
              <a:rPr lang="en-US" sz="2200" dirty="0" err="1">
                <a:cs typeface="Courier New" panose="02070309020205020404" pitchFamily="49" charset="0"/>
              </a:rPr>
              <a:t>init</a:t>
            </a:r>
            <a:r>
              <a:rPr lang="en-US" sz="2200" dirty="0">
                <a:cs typeface="Courier New" panose="02070309020205020404" pitchFamily="49" charset="0"/>
              </a:rPr>
              <a:t> method, </a:t>
            </a:r>
            <a:r>
              <a:rPr lang="en-US" sz="2200" u="sng" dirty="0">
                <a:cs typeface="Courier New" panose="02070309020205020404" pitchFamily="49" charset="0"/>
              </a:rPr>
              <a:t>the underlying cipher implementation is supposed to supply the required parameters itself</a:t>
            </a:r>
            <a:r>
              <a:rPr lang="en-US" sz="2200" dirty="0">
                <a:cs typeface="Courier New" panose="02070309020205020404" pitchFamily="49" charset="0"/>
              </a:rPr>
              <a:t>, generating random parameters or using a default, provider-specific set of parameters.</a:t>
            </a:r>
          </a:p>
          <a:p>
            <a:pPr marL="342900" indent="-342900">
              <a:buFont typeface="Arial" panose="020B0604020202020204" pitchFamily="34" charset="0"/>
              <a:buChar char="•"/>
            </a:pPr>
            <a:endParaRPr lang="en-US" sz="2200" dirty="0">
              <a:cs typeface="Courier New" panose="02070309020205020404" pitchFamily="49" charset="0"/>
            </a:endParaRPr>
          </a:p>
          <a:p>
            <a:pPr marL="342900" indent="-342900">
              <a:buFont typeface="Arial" panose="020B0604020202020204" pitchFamily="34" charset="0"/>
              <a:buChar char="•"/>
            </a:pPr>
            <a:r>
              <a:rPr lang="en-US" sz="2200" dirty="0">
                <a:cs typeface="Courier New" panose="02070309020205020404" pitchFamily="49" charset="0"/>
              </a:rPr>
              <a:t>However, if a Cipher object that requires parameters is initialized for </a:t>
            </a:r>
            <a:r>
              <a:rPr lang="en-US" sz="2200" b="1" u="sng" dirty="0">
                <a:cs typeface="Courier New" panose="02070309020205020404" pitchFamily="49" charset="0"/>
              </a:rPr>
              <a:t>decryption</a:t>
            </a:r>
            <a:r>
              <a:rPr lang="en-US" sz="2200" dirty="0">
                <a:cs typeface="Courier New" panose="02070309020205020404" pitchFamily="49" charset="0"/>
              </a:rPr>
              <a:t>, and no parameters are supplied to the </a:t>
            </a:r>
            <a:r>
              <a:rPr lang="en-US" sz="2200" dirty="0" err="1">
                <a:solidFill>
                  <a:srgbClr val="1A1816"/>
                </a:solidFill>
                <a:latin typeface="Courier New" panose="02070309020205020404" pitchFamily="49" charset="0"/>
              </a:rPr>
              <a:t>init</a:t>
            </a:r>
            <a:r>
              <a:rPr lang="en-US" sz="2200" dirty="0">
                <a:cs typeface="Courier New" panose="02070309020205020404" pitchFamily="49" charset="0"/>
              </a:rPr>
              <a:t> method, an exception will be raised.</a:t>
            </a:r>
          </a:p>
          <a:p>
            <a:pPr marL="342900" indent="-342900">
              <a:buFont typeface="Arial" panose="020B0604020202020204" pitchFamily="34" charset="0"/>
              <a:buChar char="•"/>
            </a:pPr>
            <a:endParaRPr lang="en-US" sz="2200" dirty="0">
              <a:cs typeface="Courier New" panose="02070309020205020404" pitchFamily="49" charset="0"/>
            </a:endParaRPr>
          </a:p>
          <a:p>
            <a:pPr marL="342900" indent="-342900">
              <a:buFont typeface="Arial" panose="020B0604020202020204" pitchFamily="34" charset="0"/>
              <a:buChar char="•"/>
            </a:pPr>
            <a:r>
              <a:rPr lang="en-US" sz="2200" b="1" u="sng" dirty="0">
                <a:cs typeface="Courier New" panose="02070309020205020404" pitchFamily="49" charset="0"/>
              </a:rPr>
              <a:t>The same parameters that were used for encryption must be used for decryption.</a:t>
            </a:r>
          </a:p>
          <a:p>
            <a:pPr marL="342900" indent="-342900">
              <a:buFont typeface="Arial" panose="020B0604020202020204" pitchFamily="34" charset="0"/>
              <a:buChar char="•"/>
            </a:pPr>
            <a:endParaRPr lang="en-US" sz="2200" dirty="0">
              <a:cs typeface="Courier New" panose="02070309020205020404" pitchFamily="49" charset="0"/>
            </a:endParaRPr>
          </a:p>
          <a:p>
            <a:pPr marL="342900" indent="-342900">
              <a:buFont typeface="Arial" panose="020B0604020202020204" pitchFamily="34" charset="0"/>
              <a:buChar char="•"/>
            </a:pPr>
            <a:r>
              <a:rPr lang="en-US" sz="2200" dirty="0">
                <a:cs typeface="Courier New" panose="02070309020205020404" pitchFamily="49" charset="0"/>
              </a:rPr>
              <a:t>When a Cipher is initialized, </a:t>
            </a:r>
            <a:r>
              <a:rPr lang="en-US" sz="2200" b="1" u="sng" dirty="0">
                <a:cs typeface="Courier New" panose="02070309020205020404" pitchFamily="49" charset="0"/>
              </a:rPr>
              <a:t>it loses all previously acquired state</a:t>
            </a:r>
            <a:r>
              <a:rPr lang="en-US" sz="2200" dirty="0">
                <a:cs typeface="Courier New" panose="02070309020205020404" pitchFamily="49" charset="0"/>
              </a:rPr>
              <a:t>. In other words, initializing a Cipher is equivalent to creating a new instance of that Cipher and initializing it.</a:t>
            </a:r>
          </a:p>
        </p:txBody>
      </p:sp>
      <p:sp>
        <p:nvSpPr>
          <p:cNvPr id="5" name="CasellaDiTesto 4">
            <a:extLst>
              <a:ext uri="{FF2B5EF4-FFF2-40B4-BE49-F238E27FC236}">
                <a16:creationId xmlns:a16="http://schemas.microsoft.com/office/drawing/2014/main" id="{F64BD041-26D8-B3B9-7DC6-6152FA1EBC50}"/>
              </a:ext>
            </a:extLst>
          </p:cNvPr>
          <p:cNvSpPr txBox="1"/>
          <p:nvPr/>
        </p:nvSpPr>
        <p:spPr>
          <a:xfrm>
            <a:off x="464558" y="6108399"/>
            <a:ext cx="10920784" cy="369332"/>
          </a:xfrm>
          <a:prstGeom prst="rect">
            <a:avLst/>
          </a:prstGeom>
          <a:noFill/>
        </p:spPr>
        <p:txBody>
          <a:bodyPr wrap="square" rtlCol="0">
            <a:spAutoFit/>
          </a:bodyPr>
          <a:lstStyle/>
          <a:p>
            <a:r>
              <a:rPr lang="it-IT" dirty="0" err="1">
                <a:solidFill>
                  <a:srgbClr val="FF0000"/>
                </a:solidFill>
                <a:cs typeface="Courier New" panose="02070309020205020404" pitchFamily="49" charset="0"/>
              </a:rPr>
              <a:t>When</a:t>
            </a:r>
            <a:r>
              <a:rPr lang="it-IT" dirty="0">
                <a:solidFill>
                  <a:srgbClr val="FF0000"/>
                </a:solidFill>
                <a:cs typeface="Courier New" panose="02070309020205020404" pitchFamily="49" charset="0"/>
              </a:rPr>
              <a:t> you </a:t>
            </a:r>
            <a:r>
              <a:rPr lang="it-IT" dirty="0" err="1">
                <a:solidFill>
                  <a:srgbClr val="FF0000"/>
                </a:solidFill>
                <a:cs typeface="Courier New" panose="02070309020205020404" pitchFamily="49" charset="0"/>
              </a:rPr>
              <a:t>don’t</a:t>
            </a:r>
            <a:r>
              <a:rPr lang="it-IT" dirty="0">
                <a:solidFill>
                  <a:srgbClr val="FF0000"/>
                </a:solidFill>
                <a:cs typeface="Courier New" panose="02070309020205020404" pitchFamily="49" charset="0"/>
              </a:rPr>
              <a:t> </a:t>
            </a:r>
            <a:r>
              <a:rPr lang="it-IT" dirty="0" err="1">
                <a:solidFill>
                  <a:srgbClr val="FF0000"/>
                </a:solidFill>
                <a:cs typeface="Courier New" panose="02070309020205020404" pitchFamily="49" charset="0"/>
              </a:rPr>
              <a:t>specify</a:t>
            </a:r>
            <a:r>
              <a:rPr lang="it-IT" dirty="0">
                <a:solidFill>
                  <a:srgbClr val="FF0000"/>
                </a:solidFill>
                <a:cs typeface="Courier New" panose="02070309020205020404" pitchFamily="49" charset="0"/>
              </a:rPr>
              <a:t> </a:t>
            </a:r>
            <a:r>
              <a:rPr lang="it-IT" dirty="0" err="1">
                <a:solidFill>
                  <a:srgbClr val="FF0000"/>
                </a:solidFill>
                <a:cs typeface="Courier New" panose="02070309020205020404" pitchFamily="49" charset="0"/>
              </a:rPr>
              <a:t>all</a:t>
            </a:r>
            <a:r>
              <a:rPr lang="it-IT" dirty="0">
                <a:solidFill>
                  <a:srgbClr val="FF0000"/>
                </a:solidFill>
                <a:cs typeface="Courier New" panose="02070309020205020404" pitchFamily="49" charset="0"/>
              </a:rPr>
              <a:t> parameters during </a:t>
            </a:r>
            <a:r>
              <a:rPr lang="it-IT" dirty="0" err="1">
                <a:solidFill>
                  <a:srgbClr val="FF0000"/>
                </a:solidFill>
                <a:cs typeface="Courier New" panose="02070309020205020404" pitchFamily="49" charset="0"/>
              </a:rPr>
              <a:t>initialization</a:t>
            </a:r>
            <a:r>
              <a:rPr lang="it-IT" dirty="0">
                <a:solidFill>
                  <a:srgbClr val="FF0000"/>
                </a:solidFill>
                <a:cs typeface="Courier New" panose="02070309020205020404" pitchFamily="49" charset="0"/>
              </a:rPr>
              <a:t>, </a:t>
            </a:r>
            <a:r>
              <a:rPr lang="it-IT" dirty="0" err="1">
                <a:solidFill>
                  <a:srgbClr val="FF0000"/>
                </a:solidFill>
                <a:cs typeface="Courier New" panose="02070309020205020404" pitchFamily="49" charset="0"/>
              </a:rPr>
              <a:t>Cipher</a:t>
            </a:r>
            <a:r>
              <a:rPr lang="it-IT" dirty="0">
                <a:solidFill>
                  <a:srgbClr val="FF0000"/>
                </a:solidFill>
                <a:cs typeface="Courier New" panose="02070309020205020404" pitchFamily="49" charset="0"/>
              </a:rPr>
              <a:t> </a:t>
            </a:r>
            <a:r>
              <a:rPr lang="it-IT" dirty="0" err="1">
                <a:solidFill>
                  <a:srgbClr val="FF0000"/>
                </a:solidFill>
                <a:cs typeface="Courier New" panose="02070309020205020404" pitchFamily="49" charset="0"/>
              </a:rPr>
              <a:t>method</a:t>
            </a:r>
            <a:r>
              <a:rPr lang="it-IT" dirty="0">
                <a:solidFill>
                  <a:srgbClr val="FF0000"/>
                </a:solidFill>
                <a:cs typeface="Courier New" panose="02070309020205020404" pitchFamily="49" charset="0"/>
              </a:rPr>
              <a:t> </a:t>
            </a:r>
            <a:r>
              <a:rPr lang="it-IT" dirty="0" err="1">
                <a:solidFill>
                  <a:srgbClr val="FF0000"/>
                </a:solidFill>
                <a:latin typeface="Courier New" panose="02070309020205020404" pitchFamily="49" charset="0"/>
              </a:rPr>
              <a:t>getParameters</a:t>
            </a:r>
            <a:r>
              <a:rPr lang="it-IT" dirty="0">
                <a:solidFill>
                  <a:srgbClr val="FF0000"/>
                </a:solidFill>
                <a:latin typeface="Courier New" panose="02070309020205020404" pitchFamily="49" charset="0"/>
              </a:rPr>
              <a:t>()</a:t>
            </a:r>
            <a:r>
              <a:rPr lang="it-IT" dirty="0" err="1">
                <a:solidFill>
                  <a:srgbClr val="FF0000"/>
                </a:solidFill>
                <a:cs typeface="Courier New" panose="02070309020205020404" pitchFamily="49" charset="0"/>
              </a:rPr>
              <a:t>could</a:t>
            </a:r>
            <a:r>
              <a:rPr lang="it-IT" dirty="0">
                <a:solidFill>
                  <a:srgbClr val="FF0000"/>
                </a:solidFill>
                <a:cs typeface="Courier New" panose="02070309020205020404" pitchFamily="49" charset="0"/>
              </a:rPr>
              <a:t> be </a:t>
            </a:r>
            <a:r>
              <a:rPr lang="it-IT" dirty="0" err="1">
                <a:solidFill>
                  <a:srgbClr val="FF0000"/>
                </a:solidFill>
                <a:cs typeface="Courier New" panose="02070309020205020404" pitchFamily="49" charset="0"/>
              </a:rPr>
              <a:t>useful</a:t>
            </a:r>
            <a:r>
              <a:rPr lang="it-IT" dirty="0">
                <a:solidFill>
                  <a:srgbClr val="FF0000"/>
                </a:solidFill>
                <a:cs typeface="Courier New" panose="02070309020205020404" pitchFamily="49" charset="0"/>
              </a:rPr>
              <a:t>.</a:t>
            </a:r>
          </a:p>
        </p:txBody>
      </p:sp>
    </p:spTree>
    <p:extLst>
      <p:ext uri="{BB962C8B-B14F-4D97-AF65-F5344CB8AC3E}">
        <p14:creationId xmlns:p14="http://schemas.microsoft.com/office/powerpoint/2010/main" val="31063628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1EC67-CBCB-2065-CB88-45088C674B4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EBA6986-364D-C2CC-6E68-92E77359824F}"/>
              </a:ext>
            </a:extLst>
          </p:cNvPr>
          <p:cNvSpPr>
            <a:spLocks noGrp="1"/>
          </p:cNvSpPr>
          <p:nvPr>
            <p:ph type="title"/>
          </p:nvPr>
        </p:nvSpPr>
        <p:spPr/>
        <p:txBody>
          <a:bodyPr/>
          <a:lstStyle/>
          <a:p>
            <a:r>
              <a:rPr lang="en-GB" sz="3800" noProof="0" dirty="0"/>
              <a:t>What parameters do we need?</a:t>
            </a:r>
          </a:p>
        </p:txBody>
      </p:sp>
      <p:sp>
        <p:nvSpPr>
          <p:cNvPr id="3" name="Segnaposto testo 2">
            <a:extLst>
              <a:ext uri="{FF2B5EF4-FFF2-40B4-BE49-F238E27FC236}">
                <a16:creationId xmlns:a16="http://schemas.microsoft.com/office/drawing/2014/main" id="{8F110FA1-202A-FA21-33E9-737F7E892015}"/>
              </a:ext>
            </a:extLst>
          </p:cNvPr>
          <p:cNvSpPr>
            <a:spLocks noGrp="1"/>
          </p:cNvSpPr>
          <p:nvPr>
            <p:ph type="body" sz="quarter" idx="11"/>
          </p:nvPr>
        </p:nvSpPr>
        <p:spPr/>
        <p:txBody>
          <a:bodyPr/>
          <a:lstStyle/>
          <a:p>
            <a:pPr marL="342900" indent="-342900">
              <a:buFont typeface="Arial" panose="020B0604020202020204" pitchFamily="34" charset="0"/>
              <a:buChar char="•"/>
            </a:pPr>
            <a:r>
              <a:rPr lang="en-GB" sz="2400" noProof="0" dirty="0"/>
              <a:t>Depending on the mode of operations, some additional information might be required:</a:t>
            </a:r>
          </a:p>
          <a:p>
            <a:pPr marL="342900" indent="-342900">
              <a:buFont typeface="Arial" panose="020B0604020202020204" pitchFamily="34" charset="0"/>
              <a:buChar char="•"/>
            </a:pPr>
            <a:endParaRPr lang="en-GB" sz="2400" noProof="0" dirty="0"/>
          </a:p>
          <a:p>
            <a:pPr marL="1085850" lvl="1" indent="-342900">
              <a:buFont typeface="Arial" panose="020B0604020202020204" pitchFamily="34" charset="0"/>
              <a:buChar char="•"/>
            </a:pPr>
            <a:r>
              <a:rPr lang="en-GB" sz="2400" b="1" noProof="0" dirty="0"/>
              <a:t>ECB</a:t>
            </a:r>
            <a:r>
              <a:rPr lang="en-GB" sz="2400" noProof="0" dirty="0"/>
              <a:t>: no additional information.</a:t>
            </a:r>
          </a:p>
          <a:p>
            <a:pPr marL="1085850" lvl="1" indent="-342900">
              <a:buFont typeface="Arial" panose="020B0604020202020204" pitchFamily="34" charset="0"/>
              <a:buChar char="•"/>
            </a:pPr>
            <a:r>
              <a:rPr lang="en-GB" sz="2400" b="1" noProof="0" dirty="0"/>
              <a:t>CBC, OFB, CFB</a:t>
            </a:r>
            <a:r>
              <a:rPr lang="en-GB" sz="2400" noProof="0" dirty="0"/>
              <a:t>: require an Initialization Vector.</a:t>
            </a:r>
          </a:p>
          <a:p>
            <a:pPr marL="1085850" lvl="1" indent="-342900">
              <a:buFont typeface="Arial" panose="020B0604020202020204" pitchFamily="34" charset="0"/>
              <a:buChar char="•"/>
            </a:pPr>
            <a:r>
              <a:rPr lang="en-GB" sz="2400" b="1" noProof="0" dirty="0"/>
              <a:t>CTR</a:t>
            </a:r>
            <a:r>
              <a:rPr lang="en-GB" sz="2400" noProof="0" dirty="0"/>
              <a:t>: requires an Initialization Vector and No padding. </a:t>
            </a:r>
          </a:p>
          <a:p>
            <a:pPr marL="1085850" lvl="1" indent="-342900">
              <a:buFont typeface="Arial" panose="020B0604020202020204" pitchFamily="34" charset="0"/>
              <a:buChar char="•"/>
            </a:pPr>
            <a:r>
              <a:rPr lang="en-GB" sz="2400" b="1" noProof="0" dirty="0">
                <a:latin typeface="Calibri" panose="020F0502020204030204" pitchFamily="34" charset="0"/>
              </a:rPr>
              <a:t>GCM</a:t>
            </a:r>
            <a:r>
              <a:rPr lang="en-GB" sz="2400" noProof="0" dirty="0">
                <a:latin typeface="Calibri" panose="020F0502020204030204" pitchFamily="34" charset="0"/>
              </a:rPr>
              <a:t>: requires an Initialization Vector, the MAC dimension, and No padding.</a:t>
            </a:r>
          </a:p>
          <a:p>
            <a:pPr marL="1085850" lvl="1" indent="-342900">
              <a:buFont typeface="Arial" panose="020B0604020202020204" pitchFamily="34" charset="0"/>
              <a:buChar char="•"/>
            </a:pPr>
            <a:r>
              <a:rPr lang="en-GB" sz="2400" b="1" dirty="0">
                <a:latin typeface="Calibri" panose="020F0502020204030204" pitchFamily="34" charset="0"/>
              </a:rPr>
              <a:t>ChaCha20</a:t>
            </a:r>
            <a:r>
              <a:rPr lang="en-GB" sz="2400" dirty="0">
                <a:latin typeface="Calibri" panose="020F0502020204030204" pitchFamily="34" charset="0"/>
              </a:rPr>
              <a:t>: requires a nonce and a counter.</a:t>
            </a:r>
            <a:endParaRPr lang="en-GB" sz="2400" noProof="0" dirty="0">
              <a:latin typeface="Calibri" panose="020F0502020204030204" pitchFamily="34" charset="0"/>
            </a:endParaRPr>
          </a:p>
        </p:txBody>
      </p:sp>
    </p:spTree>
    <p:extLst>
      <p:ext uri="{BB962C8B-B14F-4D97-AF65-F5344CB8AC3E}">
        <p14:creationId xmlns:p14="http://schemas.microsoft.com/office/powerpoint/2010/main" val="7421977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7B2EB-3CE2-E4EC-6F6E-59AE5D7B8F1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EC26F7E-CCAD-60CF-2A6D-0888B568CAF0}"/>
              </a:ext>
            </a:extLst>
          </p:cNvPr>
          <p:cNvSpPr>
            <a:spLocks noGrp="1"/>
          </p:cNvSpPr>
          <p:nvPr>
            <p:ph type="title"/>
          </p:nvPr>
        </p:nvSpPr>
        <p:spPr/>
        <p:txBody>
          <a:bodyPr/>
          <a:lstStyle/>
          <a:p>
            <a:r>
              <a:rPr lang="en-GB" sz="3800" noProof="0" dirty="0"/>
              <a:t>How do we generate parameters?</a:t>
            </a:r>
          </a:p>
        </p:txBody>
      </p:sp>
      <p:sp>
        <p:nvSpPr>
          <p:cNvPr id="3" name="Segnaposto testo 2">
            <a:extLst>
              <a:ext uri="{FF2B5EF4-FFF2-40B4-BE49-F238E27FC236}">
                <a16:creationId xmlns:a16="http://schemas.microsoft.com/office/drawing/2014/main" id="{94CFCDD0-B027-5917-14D3-B6D965EA441E}"/>
              </a:ext>
            </a:extLst>
          </p:cNvPr>
          <p:cNvSpPr>
            <a:spLocks noGrp="1"/>
          </p:cNvSpPr>
          <p:nvPr>
            <p:ph type="body" sz="quarter" idx="11"/>
          </p:nvPr>
        </p:nvSpPr>
        <p:spPr/>
        <p:txBody>
          <a:bodyPr/>
          <a:lstStyle/>
          <a:p>
            <a:pPr marL="342900" indent="-342900">
              <a:buFont typeface="Arial" panose="020B0604020202020204" pitchFamily="34" charset="0"/>
              <a:buChar char="•"/>
            </a:pPr>
            <a:r>
              <a:rPr lang="en-GB" sz="2400" noProof="0" dirty="0"/>
              <a:t>First, create a PRNG and fill a byte array:</a:t>
            </a:r>
            <a:br>
              <a:rPr lang="en-GB" sz="2400" noProof="0" dirty="0"/>
            </a:br>
            <a:r>
              <a:rPr lang="en-GB" sz="2400" i="1" noProof="0" dirty="0">
                <a:latin typeface="Courier New" panose="02070309020205020404" pitchFamily="49" charset="0"/>
              </a:rPr>
              <a:t>SecureRandom </a:t>
            </a:r>
            <a:r>
              <a:rPr lang="en-GB" sz="2400" i="1" noProof="0" dirty="0" err="1">
                <a:latin typeface="Courier New" panose="02070309020205020404" pitchFamily="49" charset="0"/>
              </a:rPr>
              <a:t>sr</a:t>
            </a:r>
            <a:r>
              <a:rPr lang="en-GB" sz="2400" i="1" noProof="0" dirty="0">
                <a:latin typeface="Courier New" panose="02070309020205020404" pitchFamily="49" charset="0"/>
              </a:rPr>
              <a:t> = </a:t>
            </a:r>
            <a:r>
              <a:rPr lang="en-GB" sz="2400" i="1" noProof="0" dirty="0" err="1">
                <a:latin typeface="Courier New" panose="02070309020205020404" pitchFamily="49" charset="0"/>
              </a:rPr>
              <a:t>SecureRandom.getInstanceStrong</a:t>
            </a:r>
            <a:r>
              <a:rPr lang="en-GB" sz="2400" i="1" noProof="0" dirty="0">
                <a:latin typeface="Courier New" panose="02070309020205020404" pitchFamily="49" charset="0"/>
              </a:rPr>
              <a:t>();</a:t>
            </a:r>
            <a:br>
              <a:rPr lang="en-GB" sz="2400" i="1" noProof="0" dirty="0"/>
            </a:br>
            <a:r>
              <a:rPr lang="en-GB" sz="2400" i="1" noProof="0" dirty="0">
                <a:latin typeface="Courier New" panose="02070309020205020404" pitchFamily="49" charset="0"/>
              </a:rPr>
              <a:t>byte[] iv = new byte[16];</a:t>
            </a:r>
            <a:br>
              <a:rPr lang="en-GB" sz="2400" i="1" noProof="0" dirty="0">
                <a:latin typeface="Courier New" panose="02070309020205020404" pitchFamily="49" charset="0"/>
              </a:rPr>
            </a:br>
            <a:r>
              <a:rPr lang="en-GB" sz="2400" i="1" noProof="0" dirty="0" err="1">
                <a:latin typeface="Courier New" panose="02070309020205020404" pitchFamily="49" charset="0"/>
              </a:rPr>
              <a:t>sr.nextBytes</a:t>
            </a:r>
            <a:r>
              <a:rPr lang="en-GB" sz="2400" i="1" noProof="0" dirty="0">
                <a:latin typeface="Courier New" panose="02070309020205020404" pitchFamily="49" charset="0"/>
              </a:rPr>
              <a:t>(iv);</a:t>
            </a:r>
            <a:endParaRPr lang="en-GB" sz="2400" i="1" noProof="0" dirty="0"/>
          </a:p>
          <a:p>
            <a:pPr marL="342900" indent="-342900">
              <a:buFont typeface="Arial" panose="020B0604020202020204" pitchFamily="34" charset="0"/>
              <a:buChar char="•"/>
            </a:pPr>
            <a:r>
              <a:rPr lang="en-GB" sz="2400" noProof="0" dirty="0"/>
              <a:t>To provide an Initialization Vector:</a:t>
            </a:r>
            <a:br>
              <a:rPr lang="en-GB" sz="2400" noProof="0" dirty="0"/>
            </a:br>
            <a:r>
              <a:rPr lang="en-GB" sz="2400" i="1" noProof="0" dirty="0" err="1">
                <a:latin typeface="Courier New" panose="02070309020205020404" pitchFamily="49" charset="0"/>
              </a:rPr>
              <a:t>IvParameterSpec</a:t>
            </a:r>
            <a:r>
              <a:rPr lang="en-GB" sz="2400" i="1" noProof="0" dirty="0">
                <a:latin typeface="Courier New" panose="02070309020205020404" pitchFamily="49" charset="0"/>
              </a:rPr>
              <a:t> spec = new </a:t>
            </a:r>
            <a:r>
              <a:rPr lang="en-GB" sz="2400" i="1" noProof="0" dirty="0" err="1">
                <a:latin typeface="Courier New" panose="02070309020205020404" pitchFamily="49" charset="0"/>
              </a:rPr>
              <a:t>IvParameterSpec</a:t>
            </a:r>
            <a:r>
              <a:rPr lang="en-GB" sz="2400" i="1" noProof="0" dirty="0">
                <a:latin typeface="Courier New" panose="02070309020205020404" pitchFamily="49" charset="0"/>
              </a:rPr>
              <a:t>(iv);</a:t>
            </a:r>
          </a:p>
          <a:p>
            <a:pPr marL="342900" indent="-342900">
              <a:buFont typeface="Arial" panose="020B0604020202020204" pitchFamily="34" charset="0"/>
              <a:buChar char="•"/>
            </a:pPr>
            <a:r>
              <a:rPr lang="en-GB" sz="2400" noProof="0" dirty="0">
                <a:latin typeface="Calibri" panose="020F0502020204030204" pitchFamily="34" charset="0"/>
              </a:rPr>
              <a:t>For GCM specifically, we also need to provide the length in bit of the MAC.</a:t>
            </a:r>
            <a:br>
              <a:rPr lang="en-GB" sz="2400" noProof="0" dirty="0">
                <a:latin typeface="Calibri" panose="020F0502020204030204" pitchFamily="34" charset="0"/>
              </a:rPr>
            </a:br>
            <a:r>
              <a:rPr lang="en-GB" sz="2400" i="1" noProof="0" dirty="0">
                <a:latin typeface="Courier New" panose="02070309020205020404" pitchFamily="49" charset="0"/>
              </a:rPr>
              <a:t>int </a:t>
            </a:r>
            <a:r>
              <a:rPr lang="en-GB" sz="2400" i="1" noProof="0" dirty="0" err="1">
                <a:latin typeface="Courier New" panose="02070309020205020404" pitchFamily="49" charset="0"/>
              </a:rPr>
              <a:t>macLen</a:t>
            </a:r>
            <a:r>
              <a:rPr lang="en-GB" sz="2400" i="1" noProof="0" dirty="0">
                <a:latin typeface="Courier New" panose="02070309020205020404" pitchFamily="49" charset="0"/>
              </a:rPr>
              <a:t> = 128;</a:t>
            </a:r>
            <a:br>
              <a:rPr lang="en-GB" sz="2400" i="1" noProof="0" dirty="0">
                <a:latin typeface="Courier New" panose="02070309020205020404" pitchFamily="49" charset="0"/>
              </a:rPr>
            </a:br>
            <a:r>
              <a:rPr lang="en-GB" sz="2400" i="1" noProof="0" dirty="0" err="1">
                <a:latin typeface="Courier New" panose="02070309020205020404" pitchFamily="49" charset="0"/>
              </a:rPr>
              <a:t>GCMParameterSpec</a:t>
            </a:r>
            <a:r>
              <a:rPr lang="en-GB" sz="2400" i="1" noProof="0" dirty="0">
                <a:latin typeface="Courier New" panose="02070309020205020404" pitchFamily="49" charset="0"/>
              </a:rPr>
              <a:t> spec = new </a:t>
            </a:r>
            <a:r>
              <a:rPr lang="en-GB" sz="2400" i="1" noProof="0" dirty="0" err="1">
                <a:latin typeface="Courier New" panose="02070309020205020404" pitchFamily="49" charset="0"/>
              </a:rPr>
              <a:t>GCMParameterSpec</a:t>
            </a:r>
            <a:r>
              <a:rPr lang="en-GB" sz="2400" i="1" noProof="0" dirty="0">
                <a:latin typeface="Courier New" panose="02070309020205020404" pitchFamily="49" charset="0"/>
              </a:rPr>
              <a:t>(</a:t>
            </a:r>
            <a:r>
              <a:rPr lang="en-GB" sz="2400" i="1" noProof="0" dirty="0" err="1">
                <a:latin typeface="Courier New" panose="02070309020205020404" pitchFamily="49" charset="0"/>
              </a:rPr>
              <a:t>macLen</a:t>
            </a:r>
            <a:r>
              <a:rPr lang="en-GB" sz="2400" i="1" noProof="0" dirty="0">
                <a:latin typeface="Courier New" panose="02070309020205020404" pitchFamily="49" charset="0"/>
              </a:rPr>
              <a:t>, iv);</a:t>
            </a:r>
          </a:p>
          <a:p>
            <a:pPr marL="342900" indent="-342900">
              <a:buFont typeface="Arial" panose="020B0604020202020204" pitchFamily="34" charset="0"/>
              <a:buChar char="•"/>
            </a:pPr>
            <a:r>
              <a:rPr lang="en-GB" sz="2400" dirty="0">
                <a:latin typeface="Calibri" panose="020F0502020204030204" pitchFamily="34" charset="0"/>
              </a:rPr>
              <a:t>In the signature of the </a:t>
            </a:r>
            <a:r>
              <a:rPr lang="en-GB" sz="2400" dirty="0" err="1">
                <a:latin typeface="Courier New" panose="02070309020205020404" pitchFamily="49" charset="0"/>
              </a:rPr>
              <a:t>init</a:t>
            </a:r>
            <a:r>
              <a:rPr lang="en-GB" sz="2400" dirty="0">
                <a:latin typeface="Calibri" panose="020F0502020204030204" pitchFamily="34" charset="0"/>
              </a:rPr>
              <a:t> method, </a:t>
            </a:r>
            <a:r>
              <a:rPr lang="en-GB" sz="2400" dirty="0" err="1">
                <a:latin typeface="Courier New" panose="02070309020205020404" pitchFamily="49" charset="0"/>
              </a:rPr>
              <a:t>AlgorithmParameterSpec</a:t>
            </a:r>
            <a:r>
              <a:rPr lang="en-GB" sz="2400" dirty="0">
                <a:latin typeface="Calibri" panose="020F0502020204030204" pitchFamily="34" charset="0"/>
              </a:rPr>
              <a:t> is a superclass of both </a:t>
            </a:r>
            <a:r>
              <a:rPr lang="en-GB" sz="2400" dirty="0" err="1">
                <a:latin typeface="Courier New" panose="02070309020205020404" pitchFamily="49" charset="0"/>
              </a:rPr>
              <a:t>IVParameterSpec</a:t>
            </a:r>
            <a:r>
              <a:rPr lang="en-GB" sz="2400" dirty="0">
                <a:latin typeface="Calibri" panose="020F0502020204030204" pitchFamily="34" charset="0"/>
              </a:rPr>
              <a:t> and </a:t>
            </a:r>
            <a:r>
              <a:rPr lang="en-GB" sz="2400" dirty="0" err="1">
                <a:latin typeface="Courier New" panose="02070309020205020404" pitchFamily="49" charset="0"/>
              </a:rPr>
              <a:t>GCMParameterSpec</a:t>
            </a:r>
            <a:r>
              <a:rPr lang="en-GB" sz="2400" dirty="0">
                <a:latin typeface="Calibri" panose="020F0502020204030204" pitchFamily="34" charset="0"/>
              </a:rPr>
              <a:t>. </a:t>
            </a:r>
          </a:p>
          <a:p>
            <a:pPr marL="342900" indent="-342900">
              <a:buFont typeface="Arial" panose="020B0604020202020204" pitchFamily="34" charset="0"/>
              <a:buChar char="•"/>
            </a:pPr>
            <a:endParaRPr lang="en-GB" sz="2400" i="1" noProof="0" dirty="0">
              <a:latin typeface="Courier New" panose="02070309020205020404" pitchFamily="49" charset="0"/>
            </a:endParaRPr>
          </a:p>
          <a:p>
            <a:pPr marL="342900" indent="-342900">
              <a:buFont typeface="Arial" panose="020B0604020202020204" pitchFamily="34" charset="0"/>
              <a:buChar char="•"/>
            </a:pPr>
            <a:endParaRPr lang="en-GB" sz="2400" i="1" noProof="0" dirty="0">
              <a:latin typeface="Calibri" panose="020F0502020204030204" pitchFamily="34" charset="0"/>
            </a:endParaRPr>
          </a:p>
        </p:txBody>
      </p:sp>
    </p:spTree>
    <p:extLst>
      <p:ext uri="{BB962C8B-B14F-4D97-AF65-F5344CB8AC3E}">
        <p14:creationId xmlns:p14="http://schemas.microsoft.com/office/powerpoint/2010/main" val="1390386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1B51F-355D-BF56-A677-AF5569F5696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4FFCB58-811A-05E2-300A-81F933140841}"/>
              </a:ext>
            </a:extLst>
          </p:cNvPr>
          <p:cNvSpPr>
            <a:spLocks noGrp="1"/>
          </p:cNvSpPr>
          <p:nvPr>
            <p:ph type="title"/>
          </p:nvPr>
        </p:nvSpPr>
        <p:spPr/>
        <p:txBody>
          <a:bodyPr/>
          <a:lstStyle/>
          <a:p>
            <a:r>
              <a:rPr lang="en-GB" sz="3800" noProof="0" dirty="0"/>
              <a:t>Stream Ciphers Parameters</a:t>
            </a:r>
          </a:p>
        </p:txBody>
      </p:sp>
      <p:sp>
        <p:nvSpPr>
          <p:cNvPr id="3" name="Segnaposto testo 2">
            <a:extLst>
              <a:ext uri="{FF2B5EF4-FFF2-40B4-BE49-F238E27FC236}">
                <a16:creationId xmlns:a16="http://schemas.microsoft.com/office/drawing/2014/main" id="{2AFE608A-2E44-367C-0732-646026D595D4}"/>
              </a:ext>
            </a:extLst>
          </p:cNvPr>
          <p:cNvSpPr>
            <a:spLocks noGrp="1"/>
          </p:cNvSpPr>
          <p:nvPr>
            <p:ph type="body" sz="quarter" idx="11"/>
          </p:nvPr>
        </p:nvSpPr>
        <p:spPr>
          <a:xfrm>
            <a:off x="479376" y="1412875"/>
            <a:ext cx="11233149" cy="4320381"/>
          </a:xfrm>
        </p:spPr>
        <p:txBody>
          <a:bodyPr/>
          <a:lstStyle/>
          <a:p>
            <a:pPr marL="342900" indent="-342900">
              <a:buFont typeface="Arial" panose="020B0604020202020204" pitchFamily="34" charset="0"/>
              <a:buChar char="•"/>
            </a:pPr>
            <a:r>
              <a:rPr lang="en-GB" sz="2400" noProof="0" dirty="0">
                <a:latin typeface="Calibri" panose="020F0502020204030204" pitchFamily="34" charset="0"/>
              </a:rPr>
              <a:t>To employ stream ciphers like </a:t>
            </a:r>
            <a:r>
              <a:rPr lang="en-GB" sz="2400" b="1" noProof="0" dirty="0">
                <a:latin typeface="Calibri" panose="020F0502020204030204" pitchFamily="34" charset="0"/>
              </a:rPr>
              <a:t>ChaCha20</a:t>
            </a:r>
            <a:r>
              <a:rPr lang="en-GB" sz="2400" noProof="0" dirty="0">
                <a:latin typeface="Calibri" panose="020F0502020204030204" pitchFamily="34" charset="0"/>
              </a:rPr>
              <a:t> we must supply additional parameters exactly as we did for modes of operations. </a:t>
            </a:r>
          </a:p>
          <a:p>
            <a:pPr marL="342900" indent="-342900">
              <a:buFont typeface="Arial" panose="020B0604020202020204" pitchFamily="34" charset="0"/>
              <a:buChar char="•"/>
            </a:pPr>
            <a:r>
              <a:rPr lang="en-GB" sz="2400" b="1" noProof="0" dirty="0">
                <a:latin typeface="Calibri" panose="020F0502020204030204" pitchFamily="34" charset="0"/>
              </a:rPr>
              <a:t>ChaCha20</a:t>
            </a:r>
            <a:r>
              <a:rPr lang="en-GB" sz="2400" noProof="0" dirty="0">
                <a:latin typeface="Calibri" panose="020F0502020204030204" pitchFamily="34" charset="0"/>
              </a:rPr>
              <a:t>, for example, must be supplied with a </a:t>
            </a:r>
            <a:r>
              <a:rPr lang="en-GB" sz="2400" b="1" noProof="0" dirty="0">
                <a:latin typeface="Calibri" panose="020F0502020204030204" pitchFamily="34" charset="0"/>
              </a:rPr>
              <a:t>nonce</a:t>
            </a:r>
            <a:r>
              <a:rPr lang="en-GB" sz="2400" noProof="0" dirty="0">
                <a:latin typeface="Calibri" panose="020F0502020204030204" pitchFamily="34" charset="0"/>
              </a:rPr>
              <a:t> and a </a:t>
            </a:r>
            <a:r>
              <a:rPr lang="en-GB" sz="2400" b="1" noProof="0" dirty="0">
                <a:latin typeface="Calibri" panose="020F0502020204030204" pitchFamily="34" charset="0"/>
              </a:rPr>
              <a:t>counter</a:t>
            </a:r>
            <a:r>
              <a:rPr lang="en-GB" sz="2400" noProof="0" dirty="0">
                <a:latin typeface="Calibri" panose="020F0502020204030204" pitchFamily="34" charset="0"/>
              </a:rPr>
              <a:t> variable.</a:t>
            </a:r>
            <a:br>
              <a:rPr lang="en-GB" sz="2400" noProof="0" dirty="0">
                <a:latin typeface="Calibri" panose="020F0502020204030204" pitchFamily="34" charset="0"/>
              </a:rPr>
            </a:br>
            <a:r>
              <a:rPr lang="en-GB" sz="2400" i="1" noProof="0" dirty="0">
                <a:latin typeface="Courier New" panose="02070309020205020404" pitchFamily="49" charset="0"/>
              </a:rPr>
              <a:t>byte[] nonce = new byte[12];</a:t>
            </a:r>
            <a:br>
              <a:rPr lang="en-GB" sz="2400" i="1" noProof="0" dirty="0">
                <a:latin typeface="Courier New" panose="02070309020205020404" pitchFamily="49" charset="0"/>
              </a:rPr>
            </a:br>
            <a:r>
              <a:rPr lang="en-GB" sz="2400" i="1" noProof="0" dirty="0" err="1">
                <a:latin typeface="Courier New" panose="02070309020205020404" pitchFamily="49" charset="0"/>
              </a:rPr>
              <a:t>sr.nextBytes</a:t>
            </a:r>
            <a:r>
              <a:rPr lang="en-GB" sz="2400" i="1" noProof="0" dirty="0">
                <a:latin typeface="Courier New" panose="02070309020205020404" pitchFamily="49" charset="0"/>
              </a:rPr>
              <a:t>(nonce);</a:t>
            </a:r>
            <a:br>
              <a:rPr lang="en-GB" sz="2400" i="1" noProof="0" dirty="0">
                <a:latin typeface="Courier New" panose="02070309020205020404" pitchFamily="49" charset="0"/>
              </a:rPr>
            </a:br>
            <a:r>
              <a:rPr lang="en-GB" sz="2400" i="1" noProof="0" dirty="0">
                <a:latin typeface="Courier New" panose="02070309020205020404" pitchFamily="49" charset="0"/>
              </a:rPr>
              <a:t>int counter = </a:t>
            </a:r>
            <a:r>
              <a:rPr lang="en-GB" sz="2400" i="1" noProof="0" dirty="0" err="1">
                <a:latin typeface="Courier New" panose="02070309020205020404" pitchFamily="49" charset="0"/>
              </a:rPr>
              <a:t>sr.nextInt</a:t>
            </a:r>
            <a:r>
              <a:rPr lang="en-GB" sz="2400" i="1" noProof="0" dirty="0">
                <a:latin typeface="Courier New" panose="02070309020205020404" pitchFamily="49" charset="0"/>
              </a:rPr>
              <a:t>();</a:t>
            </a:r>
            <a:br>
              <a:rPr lang="en-GB" sz="2400" i="1" noProof="0" dirty="0">
                <a:latin typeface="Courier New" panose="02070309020205020404" pitchFamily="49" charset="0"/>
              </a:rPr>
            </a:br>
            <a:r>
              <a:rPr lang="en-GB" sz="2400" i="1" noProof="0" dirty="0">
                <a:latin typeface="Courier New" panose="02070309020205020404" pitchFamily="49" charset="0"/>
              </a:rPr>
              <a:t>ChaCha20ParameterSpec spec = new  		 	 	 	 	 	 		ChaCha20ParameterSpec(nonce, counter);</a:t>
            </a:r>
          </a:p>
          <a:p>
            <a:endParaRPr lang="en-GB" sz="2400" i="1" noProof="0" dirty="0">
              <a:latin typeface="Courier New" panose="02070309020205020404" pitchFamily="49" charset="0"/>
            </a:endParaRPr>
          </a:p>
        </p:txBody>
      </p:sp>
    </p:spTree>
    <p:extLst>
      <p:ext uri="{BB962C8B-B14F-4D97-AF65-F5344CB8AC3E}">
        <p14:creationId xmlns:p14="http://schemas.microsoft.com/office/powerpoint/2010/main" val="29041759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C384064-5904-77C1-B9B4-F5CC25E93E4C}"/>
              </a:ext>
            </a:extLst>
          </p:cNvPr>
          <p:cNvSpPr>
            <a:spLocks noGrp="1"/>
          </p:cNvSpPr>
          <p:nvPr>
            <p:ph type="title"/>
          </p:nvPr>
        </p:nvSpPr>
        <p:spPr/>
        <p:txBody>
          <a:bodyPr/>
          <a:lstStyle/>
          <a:p>
            <a:r>
              <a:rPr lang="it-IT" sz="3800" dirty="0"/>
              <a:t>IV </a:t>
            </a:r>
            <a:r>
              <a:rPr lang="it-IT" sz="3800" dirty="0" err="1"/>
              <a:t>mishandling</a:t>
            </a:r>
            <a:r>
              <a:rPr lang="it-IT" sz="3800" dirty="0"/>
              <a:t> – CBC (1)</a:t>
            </a:r>
          </a:p>
        </p:txBody>
      </p:sp>
      <p:pic>
        <p:nvPicPr>
          <p:cNvPr id="9" name="Immagine 8">
            <a:extLst>
              <a:ext uri="{FF2B5EF4-FFF2-40B4-BE49-F238E27FC236}">
                <a16:creationId xmlns:a16="http://schemas.microsoft.com/office/drawing/2014/main" id="{2B39A530-68DF-B9D0-F18C-A935B6E25A7B}"/>
              </a:ext>
            </a:extLst>
          </p:cNvPr>
          <p:cNvPicPr>
            <a:picLocks noChangeAspect="1"/>
          </p:cNvPicPr>
          <p:nvPr/>
        </p:nvPicPr>
        <p:blipFill>
          <a:blip r:embed="rId2"/>
          <a:stretch>
            <a:fillRect/>
          </a:stretch>
        </p:blipFill>
        <p:spPr>
          <a:xfrm>
            <a:off x="695400" y="1515791"/>
            <a:ext cx="7704856" cy="3102454"/>
          </a:xfrm>
          <a:prstGeom prst="rect">
            <a:avLst/>
          </a:prstGeom>
        </p:spPr>
      </p:pic>
      <p:pic>
        <p:nvPicPr>
          <p:cNvPr id="11" name="Immagine 10">
            <a:extLst>
              <a:ext uri="{FF2B5EF4-FFF2-40B4-BE49-F238E27FC236}">
                <a16:creationId xmlns:a16="http://schemas.microsoft.com/office/drawing/2014/main" id="{C5134A62-9D6A-F239-BAB0-8A5EE2907319}"/>
              </a:ext>
            </a:extLst>
          </p:cNvPr>
          <p:cNvPicPr>
            <a:picLocks noChangeAspect="1"/>
          </p:cNvPicPr>
          <p:nvPr/>
        </p:nvPicPr>
        <p:blipFill>
          <a:blip r:embed="rId3"/>
          <a:stretch>
            <a:fillRect/>
          </a:stretch>
        </p:blipFill>
        <p:spPr>
          <a:xfrm>
            <a:off x="8951913" y="2539611"/>
            <a:ext cx="2731411" cy="1054814"/>
          </a:xfrm>
          <a:prstGeom prst="rect">
            <a:avLst/>
          </a:prstGeom>
        </p:spPr>
      </p:pic>
      <p:sp>
        <p:nvSpPr>
          <p:cNvPr id="12" name="CasellaDiTesto 11">
            <a:extLst>
              <a:ext uri="{FF2B5EF4-FFF2-40B4-BE49-F238E27FC236}">
                <a16:creationId xmlns:a16="http://schemas.microsoft.com/office/drawing/2014/main" id="{F7BAC487-1C49-449F-EA27-EB200AF050A0}"/>
              </a:ext>
            </a:extLst>
          </p:cNvPr>
          <p:cNvSpPr txBox="1"/>
          <p:nvPr/>
        </p:nvSpPr>
        <p:spPr>
          <a:xfrm>
            <a:off x="527051" y="4797152"/>
            <a:ext cx="11401597" cy="830997"/>
          </a:xfrm>
          <a:prstGeom prst="rect">
            <a:avLst/>
          </a:prstGeom>
          <a:noFill/>
        </p:spPr>
        <p:txBody>
          <a:bodyPr wrap="square" rtlCol="0">
            <a:spAutoFit/>
          </a:bodyPr>
          <a:lstStyle/>
          <a:p>
            <a:pPr marL="342900" indent="-342900">
              <a:buFont typeface="Arial" panose="020B0604020202020204" pitchFamily="34" charset="0"/>
              <a:buChar char="•"/>
            </a:pPr>
            <a:r>
              <a:rPr lang="it-IT" sz="2400" dirty="0" err="1"/>
              <a:t>What</a:t>
            </a:r>
            <a:r>
              <a:rPr lang="it-IT" sz="2400" dirty="0"/>
              <a:t> </a:t>
            </a:r>
            <a:r>
              <a:rPr lang="it-IT" sz="2400" dirty="0" err="1"/>
              <a:t>if</a:t>
            </a:r>
            <a:r>
              <a:rPr lang="it-IT" sz="2400" dirty="0"/>
              <a:t> </a:t>
            </a:r>
            <a:r>
              <a:rPr lang="it-IT" sz="2400" dirty="0" err="1"/>
              <a:t>we</a:t>
            </a:r>
            <a:r>
              <a:rPr lang="it-IT" sz="2400" dirty="0"/>
              <a:t> use a </a:t>
            </a:r>
            <a:r>
              <a:rPr lang="it-IT" sz="2400" dirty="0" err="1"/>
              <a:t>constant</a:t>
            </a:r>
            <a:r>
              <a:rPr lang="it-IT" sz="2400" dirty="0"/>
              <a:t> IV?</a:t>
            </a:r>
          </a:p>
          <a:p>
            <a:pPr marL="342900" indent="-342900">
              <a:buFont typeface="Arial" panose="020B0604020202020204" pitchFamily="34" charset="0"/>
              <a:buChar char="•"/>
            </a:pPr>
            <a:r>
              <a:rPr lang="it-IT" sz="2400" dirty="0" err="1"/>
              <a:t>What</a:t>
            </a:r>
            <a:r>
              <a:rPr lang="it-IT" sz="2400" dirty="0"/>
              <a:t> </a:t>
            </a:r>
            <a:r>
              <a:rPr lang="it-IT" sz="2400" dirty="0" err="1"/>
              <a:t>if</a:t>
            </a:r>
            <a:r>
              <a:rPr lang="it-IT" sz="2400" dirty="0"/>
              <a:t> </a:t>
            </a:r>
            <a:r>
              <a:rPr lang="it-IT" sz="2400" dirty="0" err="1"/>
              <a:t>we</a:t>
            </a:r>
            <a:r>
              <a:rPr lang="it-IT" sz="2400" dirty="0"/>
              <a:t> use a </a:t>
            </a:r>
            <a:r>
              <a:rPr lang="it-IT" sz="2400" dirty="0" err="1"/>
              <a:t>predictable</a:t>
            </a:r>
            <a:r>
              <a:rPr lang="it-IT" sz="2400" dirty="0"/>
              <a:t> IV (</a:t>
            </a:r>
            <a:r>
              <a:rPr lang="it-IT" sz="2400" dirty="0" err="1"/>
              <a:t>such</a:t>
            </a:r>
            <a:r>
              <a:rPr lang="it-IT" sz="2400" dirty="0"/>
              <a:t> </a:t>
            </a:r>
            <a:r>
              <a:rPr lang="it-IT" sz="2400" dirty="0" err="1"/>
              <a:t>as</a:t>
            </a:r>
            <a:r>
              <a:rPr lang="it-IT" sz="2400" dirty="0"/>
              <a:t> a counter)?</a:t>
            </a:r>
          </a:p>
        </p:txBody>
      </p:sp>
    </p:spTree>
    <p:extLst>
      <p:ext uri="{BB962C8B-B14F-4D97-AF65-F5344CB8AC3E}">
        <p14:creationId xmlns:p14="http://schemas.microsoft.com/office/powerpoint/2010/main" val="25277168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F6342-697F-3EDF-0992-16EF763B345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004A332-2C20-DD82-0781-69D3774B1CF0}"/>
              </a:ext>
            </a:extLst>
          </p:cNvPr>
          <p:cNvSpPr>
            <a:spLocks noGrp="1"/>
          </p:cNvSpPr>
          <p:nvPr>
            <p:ph type="title"/>
          </p:nvPr>
        </p:nvSpPr>
        <p:spPr/>
        <p:txBody>
          <a:bodyPr/>
          <a:lstStyle/>
          <a:p>
            <a:r>
              <a:rPr lang="it-IT" sz="3800" dirty="0"/>
              <a:t>IV </a:t>
            </a:r>
            <a:r>
              <a:rPr lang="it-IT" sz="3800" dirty="0" err="1"/>
              <a:t>mishandling</a:t>
            </a:r>
            <a:r>
              <a:rPr lang="it-IT" sz="3800" dirty="0"/>
              <a:t> – CBC (2)</a:t>
            </a:r>
          </a:p>
        </p:txBody>
      </p:sp>
      <p:pic>
        <p:nvPicPr>
          <p:cNvPr id="4" name="Immagine 3">
            <a:extLst>
              <a:ext uri="{FF2B5EF4-FFF2-40B4-BE49-F238E27FC236}">
                <a16:creationId xmlns:a16="http://schemas.microsoft.com/office/drawing/2014/main" id="{13B61051-EBDE-6D5D-143F-C8CB0ECF83EA}"/>
              </a:ext>
            </a:extLst>
          </p:cNvPr>
          <p:cNvPicPr>
            <a:picLocks noChangeAspect="1"/>
          </p:cNvPicPr>
          <p:nvPr/>
        </p:nvPicPr>
        <p:blipFill>
          <a:blip r:embed="rId2"/>
          <a:stretch>
            <a:fillRect/>
          </a:stretch>
        </p:blipFill>
        <p:spPr>
          <a:xfrm>
            <a:off x="638601" y="1340768"/>
            <a:ext cx="10914797" cy="4529821"/>
          </a:xfrm>
          <a:prstGeom prst="rect">
            <a:avLst/>
          </a:prstGeom>
        </p:spPr>
      </p:pic>
    </p:spTree>
    <p:extLst>
      <p:ext uri="{BB962C8B-B14F-4D97-AF65-F5344CB8AC3E}">
        <p14:creationId xmlns:p14="http://schemas.microsoft.com/office/powerpoint/2010/main" val="18020274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26581-060B-9391-7651-FD1A8FCB258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3298AD6-C5A6-71D1-508E-5B4EFF39F9D7}"/>
              </a:ext>
            </a:extLst>
          </p:cNvPr>
          <p:cNvSpPr>
            <a:spLocks noGrp="1"/>
          </p:cNvSpPr>
          <p:nvPr>
            <p:ph type="title"/>
          </p:nvPr>
        </p:nvSpPr>
        <p:spPr/>
        <p:txBody>
          <a:bodyPr/>
          <a:lstStyle/>
          <a:p>
            <a:r>
              <a:rPr lang="it-IT" sz="3800" dirty="0"/>
              <a:t>IV </a:t>
            </a:r>
            <a:r>
              <a:rPr lang="it-IT" sz="3800" dirty="0" err="1"/>
              <a:t>mishandling</a:t>
            </a:r>
            <a:r>
              <a:rPr lang="it-IT" sz="3800" dirty="0"/>
              <a:t> – CBC (3)</a:t>
            </a:r>
          </a:p>
        </p:txBody>
      </p:sp>
      <p:sp>
        <p:nvSpPr>
          <p:cNvPr id="3" name="CasellaDiTesto 2">
            <a:extLst>
              <a:ext uri="{FF2B5EF4-FFF2-40B4-BE49-F238E27FC236}">
                <a16:creationId xmlns:a16="http://schemas.microsoft.com/office/drawing/2014/main" id="{DD59419E-CEC2-565F-B4F2-25B7C0C13311}"/>
              </a:ext>
            </a:extLst>
          </p:cNvPr>
          <p:cNvSpPr txBox="1"/>
          <p:nvPr/>
        </p:nvSpPr>
        <p:spPr>
          <a:xfrm>
            <a:off x="527051" y="1556792"/>
            <a:ext cx="10969549" cy="3785652"/>
          </a:xfrm>
          <a:prstGeom prst="rect">
            <a:avLst/>
          </a:prstGeom>
          <a:noFill/>
        </p:spPr>
        <p:txBody>
          <a:bodyPr wrap="square" rtlCol="0">
            <a:spAutoFit/>
          </a:bodyPr>
          <a:lstStyle/>
          <a:p>
            <a:r>
              <a:rPr lang="en-US" sz="2400" dirty="0"/>
              <a:t>Imagine a protocol that encrypts each network packet by using the last encrypted block as the new IV. Also suppose that transmitted data is limited to “</a:t>
            </a:r>
            <a:r>
              <a:rPr lang="en-US" sz="2400" i="1" dirty="0"/>
              <a:t>Yes</a:t>
            </a:r>
            <a:r>
              <a:rPr lang="en-US" sz="2400" dirty="0"/>
              <a:t>” or “</a:t>
            </a:r>
            <a:r>
              <a:rPr lang="en-US" sz="2400" i="1" dirty="0"/>
              <a:t>No</a:t>
            </a:r>
            <a:r>
              <a:rPr lang="en-US" sz="2400" dirty="0"/>
              <a:t>”.</a:t>
            </a:r>
          </a:p>
          <a:p>
            <a:endParaRPr lang="en-US" sz="2400" dirty="0"/>
          </a:p>
          <a:p>
            <a:r>
              <a:rPr lang="en-US" sz="2400" dirty="0"/>
              <a:t>An attacker who intercepted the communication might try to guess the message by submitting guesses until the right value is found.</a:t>
            </a:r>
          </a:p>
          <a:p>
            <a:br>
              <a:rPr lang="en-US" sz="2400" dirty="0"/>
            </a:br>
            <a:r>
              <a:rPr lang="en-US" sz="2400" dirty="0"/>
              <a:t>When the guess is right, the encryption result matches the intercepted one.</a:t>
            </a:r>
          </a:p>
          <a:p>
            <a:endParaRPr lang="en-US" sz="2400" dirty="0"/>
          </a:p>
          <a:p>
            <a:r>
              <a:rPr lang="en-US" sz="2400" dirty="0"/>
              <a:t>Although this example might seem far-fetched, this is roughly what is done by the BEAST attack, allowing it to decrypt traffic in TLS 1.0 and below.</a:t>
            </a:r>
            <a:endParaRPr lang="it-IT" sz="2400" dirty="0"/>
          </a:p>
        </p:txBody>
      </p:sp>
    </p:spTree>
    <p:extLst>
      <p:ext uri="{BB962C8B-B14F-4D97-AF65-F5344CB8AC3E}">
        <p14:creationId xmlns:p14="http://schemas.microsoft.com/office/powerpoint/2010/main" val="156658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24BA167-E33E-2BBB-CAD8-448FEA8B8023}"/>
              </a:ext>
            </a:extLst>
          </p:cNvPr>
          <p:cNvSpPr>
            <a:spLocks noGrp="1"/>
          </p:cNvSpPr>
          <p:nvPr>
            <p:ph type="title"/>
          </p:nvPr>
        </p:nvSpPr>
        <p:spPr/>
        <p:txBody>
          <a:bodyPr/>
          <a:lstStyle/>
          <a:p>
            <a:r>
              <a:rPr lang="it-IT" sz="3800" dirty="0"/>
              <a:t>IV </a:t>
            </a:r>
            <a:r>
              <a:rPr lang="it-IT" sz="3800" dirty="0" err="1"/>
              <a:t>mishandling</a:t>
            </a:r>
            <a:r>
              <a:rPr lang="it-IT" sz="3800" dirty="0"/>
              <a:t> – CTR (1)</a:t>
            </a:r>
          </a:p>
        </p:txBody>
      </p:sp>
      <p:pic>
        <p:nvPicPr>
          <p:cNvPr id="6" name="Immagine 5">
            <a:extLst>
              <a:ext uri="{FF2B5EF4-FFF2-40B4-BE49-F238E27FC236}">
                <a16:creationId xmlns:a16="http://schemas.microsoft.com/office/drawing/2014/main" id="{456CCD8A-760C-C056-B092-596F64901A54}"/>
              </a:ext>
            </a:extLst>
          </p:cNvPr>
          <p:cNvPicPr>
            <a:picLocks noChangeAspect="1"/>
          </p:cNvPicPr>
          <p:nvPr/>
        </p:nvPicPr>
        <p:blipFill>
          <a:blip r:embed="rId2"/>
          <a:stretch>
            <a:fillRect/>
          </a:stretch>
        </p:blipFill>
        <p:spPr>
          <a:xfrm>
            <a:off x="527051" y="1626910"/>
            <a:ext cx="7873205" cy="3170242"/>
          </a:xfrm>
          <a:prstGeom prst="rect">
            <a:avLst/>
          </a:prstGeom>
        </p:spPr>
      </p:pic>
      <p:sp>
        <p:nvSpPr>
          <p:cNvPr id="7" name="CasellaDiTesto 6">
            <a:extLst>
              <a:ext uri="{FF2B5EF4-FFF2-40B4-BE49-F238E27FC236}">
                <a16:creationId xmlns:a16="http://schemas.microsoft.com/office/drawing/2014/main" id="{3A490FFC-97ED-5F39-B15F-700883A25E0D}"/>
              </a:ext>
            </a:extLst>
          </p:cNvPr>
          <p:cNvSpPr txBox="1"/>
          <p:nvPr/>
        </p:nvSpPr>
        <p:spPr>
          <a:xfrm>
            <a:off x="527051" y="4797152"/>
            <a:ext cx="11401597" cy="830997"/>
          </a:xfrm>
          <a:prstGeom prst="rect">
            <a:avLst/>
          </a:prstGeom>
          <a:noFill/>
        </p:spPr>
        <p:txBody>
          <a:bodyPr wrap="square" rtlCol="0">
            <a:spAutoFit/>
          </a:bodyPr>
          <a:lstStyle/>
          <a:p>
            <a:pPr marL="342900" indent="-342900">
              <a:buFont typeface="Arial" panose="020B0604020202020204" pitchFamily="34" charset="0"/>
              <a:buChar char="•"/>
            </a:pPr>
            <a:r>
              <a:rPr lang="it-IT" sz="2400" dirty="0" err="1"/>
              <a:t>What</a:t>
            </a:r>
            <a:r>
              <a:rPr lang="it-IT" sz="2400" dirty="0"/>
              <a:t> </a:t>
            </a:r>
            <a:r>
              <a:rPr lang="it-IT" sz="2400" dirty="0" err="1"/>
              <a:t>if</a:t>
            </a:r>
            <a:r>
              <a:rPr lang="it-IT" sz="2400" dirty="0"/>
              <a:t> </a:t>
            </a:r>
            <a:r>
              <a:rPr lang="it-IT" sz="2400" dirty="0" err="1"/>
              <a:t>we</a:t>
            </a:r>
            <a:r>
              <a:rPr lang="it-IT" sz="2400" dirty="0"/>
              <a:t> use a </a:t>
            </a:r>
            <a:r>
              <a:rPr lang="it-IT" sz="2400" dirty="0" err="1"/>
              <a:t>constant</a:t>
            </a:r>
            <a:r>
              <a:rPr lang="it-IT" sz="2400" dirty="0"/>
              <a:t> IV?</a:t>
            </a:r>
          </a:p>
          <a:p>
            <a:pPr marL="342900" indent="-342900">
              <a:buFont typeface="Arial" panose="020B0604020202020204" pitchFamily="34" charset="0"/>
              <a:buChar char="•"/>
            </a:pPr>
            <a:r>
              <a:rPr lang="it-IT" sz="2400" dirty="0" err="1"/>
              <a:t>What</a:t>
            </a:r>
            <a:r>
              <a:rPr lang="it-IT" sz="2400" dirty="0"/>
              <a:t> </a:t>
            </a:r>
            <a:r>
              <a:rPr lang="it-IT" sz="2400" dirty="0" err="1"/>
              <a:t>if</a:t>
            </a:r>
            <a:r>
              <a:rPr lang="it-IT" sz="2400" dirty="0"/>
              <a:t> </a:t>
            </a:r>
            <a:r>
              <a:rPr lang="it-IT" sz="2400" dirty="0" err="1"/>
              <a:t>we</a:t>
            </a:r>
            <a:r>
              <a:rPr lang="it-IT" sz="2400" dirty="0"/>
              <a:t> use a </a:t>
            </a:r>
            <a:r>
              <a:rPr lang="it-IT" sz="2400" dirty="0" err="1"/>
              <a:t>predictable</a:t>
            </a:r>
            <a:r>
              <a:rPr lang="it-IT" sz="2400" dirty="0"/>
              <a:t> IV?</a:t>
            </a:r>
          </a:p>
        </p:txBody>
      </p:sp>
    </p:spTree>
    <p:extLst>
      <p:ext uri="{BB962C8B-B14F-4D97-AF65-F5344CB8AC3E}">
        <p14:creationId xmlns:p14="http://schemas.microsoft.com/office/powerpoint/2010/main" val="35676420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5D4BE5-7FA7-C736-195D-582760AA826F}"/>
              </a:ext>
            </a:extLst>
          </p:cNvPr>
          <p:cNvSpPr>
            <a:spLocks noGrp="1"/>
          </p:cNvSpPr>
          <p:nvPr>
            <p:ph type="title"/>
          </p:nvPr>
        </p:nvSpPr>
        <p:spPr/>
        <p:txBody>
          <a:bodyPr/>
          <a:lstStyle/>
          <a:p>
            <a:r>
              <a:rPr lang="it-IT" sz="3800" dirty="0"/>
              <a:t>IV </a:t>
            </a:r>
            <a:r>
              <a:rPr lang="it-IT" sz="3800" dirty="0" err="1"/>
              <a:t>mishandling</a:t>
            </a:r>
            <a:r>
              <a:rPr lang="it-IT" sz="3800" dirty="0"/>
              <a:t> – CTR (2)</a:t>
            </a:r>
          </a:p>
        </p:txBody>
      </p:sp>
      <p:sp>
        <p:nvSpPr>
          <p:cNvPr id="3" name="Segnaposto testo 2">
            <a:extLst>
              <a:ext uri="{FF2B5EF4-FFF2-40B4-BE49-F238E27FC236}">
                <a16:creationId xmlns:a16="http://schemas.microsoft.com/office/drawing/2014/main" id="{CC68C48D-84B6-6E53-3436-8F9CD20EB51F}"/>
              </a:ext>
            </a:extLst>
          </p:cNvPr>
          <p:cNvSpPr>
            <a:spLocks noGrp="1"/>
          </p:cNvSpPr>
          <p:nvPr>
            <p:ph type="body" sz="quarter" idx="11"/>
          </p:nvPr>
        </p:nvSpPr>
        <p:spPr/>
        <p:txBody>
          <a:bodyPr/>
          <a:lstStyle/>
          <a:p>
            <a:pPr algn="just">
              <a:buNone/>
            </a:pPr>
            <a:r>
              <a:rPr lang="en-US" sz="2400" b="0" i="0" dirty="0">
                <a:solidFill>
                  <a:srgbClr val="212529"/>
                </a:solidFill>
                <a:effectLst/>
              </a:rPr>
              <a:t>Just like for CBC mode, you should not reuse a key/IV pair. </a:t>
            </a:r>
          </a:p>
          <a:p>
            <a:pPr algn="just">
              <a:buNone/>
            </a:pPr>
            <a:endParaRPr lang="en-US" sz="2400" b="0" i="0" dirty="0">
              <a:solidFill>
                <a:srgbClr val="212529"/>
              </a:solidFill>
              <a:effectLst/>
            </a:endParaRPr>
          </a:p>
          <a:p>
            <a:pPr algn="just">
              <a:buNone/>
            </a:pPr>
            <a:r>
              <a:rPr lang="en-US" sz="2400" b="0" i="0" dirty="0">
                <a:solidFill>
                  <a:srgbClr val="212529"/>
                </a:solidFill>
                <a:effectLst/>
              </a:rPr>
              <a:t>If the same IV is used twice, the same keystream will be produced. The attacker can compute the XOR operation of the two plaintexts, allowing him to decrypt them using </a:t>
            </a:r>
            <a:r>
              <a:rPr lang="en-US" sz="2400" b="0" i="0" u="none" strike="noStrike" dirty="0">
                <a:solidFill>
                  <a:srgbClr val="C1272D"/>
                </a:solidFill>
                <a:effectLst/>
              </a:rPr>
              <a:t>crib dragging</a:t>
            </a:r>
            <a:r>
              <a:rPr lang="en-US" sz="2400" b="0" i="0" dirty="0">
                <a:solidFill>
                  <a:srgbClr val="212529"/>
                </a:solidFill>
                <a:effectLst/>
              </a:rPr>
              <a:t>.</a:t>
            </a:r>
            <a:endParaRPr lang="it-IT" sz="2400" dirty="0"/>
          </a:p>
        </p:txBody>
      </p:sp>
      <p:pic>
        <p:nvPicPr>
          <p:cNvPr id="5" name="Immagine 4">
            <a:extLst>
              <a:ext uri="{FF2B5EF4-FFF2-40B4-BE49-F238E27FC236}">
                <a16:creationId xmlns:a16="http://schemas.microsoft.com/office/drawing/2014/main" id="{43CCB6F1-5EFF-C7C4-AB0C-F0F3C9492E51}"/>
              </a:ext>
            </a:extLst>
          </p:cNvPr>
          <p:cNvPicPr>
            <a:picLocks noChangeAspect="1"/>
          </p:cNvPicPr>
          <p:nvPr/>
        </p:nvPicPr>
        <p:blipFill>
          <a:blip r:embed="rId2"/>
          <a:stretch>
            <a:fillRect/>
          </a:stretch>
        </p:blipFill>
        <p:spPr>
          <a:xfrm>
            <a:off x="4350233" y="3987962"/>
            <a:ext cx="3586784" cy="1745294"/>
          </a:xfrm>
          <a:prstGeom prst="rect">
            <a:avLst/>
          </a:prstGeom>
        </p:spPr>
      </p:pic>
    </p:spTree>
    <p:extLst>
      <p:ext uri="{BB962C8B-B14F-4D97-AF65-F5344CB8AC3E}">
        <p14:creationId xmlns:p14="http://schemas.microsoft.com/office/powerpoint/2010/main" val="24701222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0F10968-A7CA-58EA-5C78-CCB6FF4A5935}"/>
              </a:ext>
            </a:extLst>
          </p:cNvPr>
          <p:cNvSpPr>
            <a:spLocks noGrp="1"/>
          </p:cNvSpPr>
          <p:nvPr>
            <p:ph type="title"/>
          </p:nvPr>
        </p:nvSpPr>
        <p:spPr/>
        <p:txBody>
          <a:bodyPr/>
          <a:lstStyle/>
          <a:p>
            <a:r>
              <a:rPr lang="it-IT" sz="3800" dirty="0"/>
              <a:t>IV </a:t>
            </a:r>
            <a:r>
              <a:rPr lang="it-IT" sz="3800" dirty="0" err="1"/>
              <a:t>mishandling</a:t>
            </a:r>
            <a:r>
              <a:rPr lang="it-IT" sz="3800" dirty="0"/>
              <a:t> – CTR (3)</a:t>
            </a:r>
          </a:p>
        </p:txBody>
      </p:sp>
      <p:sp>
        <p:nvSpPr>
          <p:cNvPr id="3" name="Segnaposto testo 2">
            <a:extLst>
              <a:ext uri="{FF2B5EF4-FFF2-40B4-BE49-F238E27FC236}">
                <a16:creationId xmlns:a16="http://schemas.microsoft.com/office/drawing/2014/main" id="{0F36F721-F482-A60B-0B06-A7227ECFA0C8}"/>
              </a:ext>
            </a:extLst>
          </p:cNvPr>
          <p:cNvSpPr>
            <a:spLocks noGrp="1"/>
          </p:cNvSpPr>
          <p:nvPr>
            <p:ph type="body" sz="quarter" idx="11"/>
          </p:nvPr>
        </p:nvSpPr>
        <p:spPr/>
        <p:txBody>
          <a:bodyPr/>
          <a:lstStyle/>
          <a:p>
            <a:r>
              <a:rPr lang="en-US" sz="2400" dirty="0"/>
              <a:t>The solution could be to </a:t>
            </a:r>
            <a:r>
              <a:rPr lang="en-US" sz="2400" b="1" u="sng" dirty="0"/>
              <a:t>generate the IV randomly</a:t>
            </a:r>
            <a:r>
              <a:rPr lang="en-US" sz="2400" dirty="0"/>
              <a:t>, </a:t>
            </a:r>
            <a:r>
              <a:rPr lang="en-US" sz="2400" dirty="0">
                <a:solidFill>
                  <a:srgbClr val="FF0000"/>
                </a:solidFill>
              </a:rPr>
              <a:t>but</a:t>
            </a:r>
            <a:r>
              <a:rPr lang="en-US" sz="2400" dirty="0"/>
              <a:t>…</a:t>
            </a:r>
          </a:p>
          <a:p>
            <a:endParaRPr lang="en-US" sz="2400" dirty="0"/>
          </a:p>
          <a:p>
            <a:r>
              <a:rPr lang="en-US" sz="2400" dirty="0"/>
              <a:t>The key takeaway is that if you generate an n-bit random value, the probability of obtaining a collision approximates 50% after just 2^(n/2)​ generations, because of the birthday paradox.</a:t>
            </a:r>
          </a:p>
          <a:p>
            <a:endParaRPr lang="en-US" sz="2400" dirty="0"/>
          </a:p>
          <a:p>
            <a:r>
              <a:rPr lang="en-US" sz="2400" dirty="0"/>
              <a:t>If n is sufficiently large, the probability of collision is negligible for a longer time, but keep in mind that </a:t>
            </a:r>
            <a:r>
              <a:rPr lang="en-US" sz="2400" b="1" u="sng" dirty="0"/>
              <a:t>a single collision is enough to break confidentiality</a:t>
            </a:r>
            <a:r>
              <a:rPr lang="en-US" sz="2400" dirty="0"/>
              <a:t>.</a:t>
            </a:r>
          </a:p>
          <a:p>
            <a:endParaRPr lang="en-US" sz="2400" dirty="0"/>
          </a:p>
          <a:p>
            <a:r>
              <a:rPr lang="en-US" sz="2400" dirty="0"/>
              <a:t>The best solution is to build an IV as a </a:t>
            </a:r>
            <a:r>
              <a:rPr lang="en-US" sz="2400" i="1" dirty="0">
                <a:latin typeface="Courier New" panose="02070309020205020404" pitchFamily="49" charset="0"/>
              </a:rPr>
              <a:t>nonce</a:t>
            </a:r>
            <a:r>
              <a:rPr lang="en-US" sz="2400" dirty="0"/>
              <a:t> + a </a:t>
            </a:r>
            <a:r>
              <a:rPr lang="en-US" sz="2400" i="1" dirty="0">
                <a:latin typeface="Courier New" panose="02070309020205020404" pitchFamily="49" charset="0"/>
              </a:rPr>
              <a:t>counter</a:t>
            </a:r>
            <a:r>
              <a:rPr lang="en-US" sz="2400" dirty="0"/>
              <a:t>, ensuring unpredictability and uniqueness.</a:t>
            </a:r>
            <a:endParaRPr lang="it-IT" sz="2400" dirty="0"/>
          </a:p>
        </p:txBody>
      </p:sp>
    </p:spTree>
    <p:extLst>
      <p:ext uri="{BB962C8B-B14F-4D97-AF65-F5344CB8AC3E}">
        <p14:creationId xmlns:p14="http://schemas.microsoft.com/office/powerpoint/2010/main" val="3553097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67E7C-AEB3-643D-0AE5-2771FF25DEC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CEA2CA8-B2F2-126C-15C0-A7B610D67D08}"/>
              </a:ext>
            </a:extLst>
          </p:cNvPr>
          <p:cNvSpPr>
            <a:spLocks noGrp="1"/>
          </p:cNvSpPr>
          <p:nvPr>
            <p:ph type="title"/>
          </p:nvPr>
        </p:nvSpPr>
        <p:spPr/>
        <p:txBody>
          <a:bodyPr/>
          <a:lstStyle/>
          <a:p>
            <a:r>
              <a:rPr lang="en-GB" sz="3800" noProof="0" dirty="0"/>
              <a:t>Using a Cipher Object</a:t>
            </a:r>
          </a:p>
        </p:txBody>
      </p:sp>
      <p:sp>
        <p:nvSpPr>
          <p:cNvPr id="3" name="Segnaposto testo 2">
            <a:extLst>
              <a:ext uri="{FF2B5EF4-FFF2-40B4-BE49-F238E27FC236}">
                <a16:creationId xmlns:a16="http://schemas.microsoft.com/office/drawing/2014/main" id="{7FBE38F9-3ECD-BA71-C1C5-7B0F28DD8F3E}"/>
              </a:ext>
            </a:extLst>
          </p:cNvPr>
          <p:cNvSpPr>
            <a:spLocks noGrp="1"/>
          </p:cNvSpPr>
          <p:nvPr>
            <p:ph type="body" sz="quarter" idx="11"/>
          </p:nvPr>
        </p:nvSpPr>
        <p:spPr/>
        <p:txBody>
          <a:bodyPr/>
          <a:lstStyle/>
          <a:p>
            <a:pPr marL="342900" indent="-342900">
              <a:buFont typeface="Arial" panose="020B0604020202020204" pitchFamily="34" charset="0"/>
              <a:buChar char="•"/>
            </a:pPr>
            <a:r>
              <a:rPr lang="en-GB" sz="2400" noProof="0" dirty="0"/>
              <a:t>Finally, when the cipher object has been initialized, we can start encrypting or decrypting.</a:t>
            </a:r>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GB" sz="2400" noProof="0" dirty="0">
                <a:latin typeface="Calibri" panose="020F0502020204030204" pitchFamily="34" charset="0"/>
              </a:rPr>
              <a:t>For </a:t>
            </a:r>
            <a:r>
              <a:rPr lang="en-GB" sz="2400" u="sng" noProof="0" dirty="0">
                <a:latin typeface="Calibri" panose="020F0502020204030204" pitchFamily="34" charset="0"/>
              </a:rPr>
              <a:t>one-shot encryption/decryption</a:t>
            </a:r>
            <a:r>
              <a:rPr lang="en-GB" sz="2400" noProof="0" dirty="0">
                <a:latin typeface="Calibri" panose="020F0502020204030204" pitchFamily="34" charset="0"/>
              </a:rPr>
              <a:t> we use:</a:t>
            </a:r>
            <a:br>
              <a:rPr lang="en-GB" sz="2400" noProof="0" dirty="0">
                <a:latin typeface="Calibri" panose="020F0502020204030204" pitchFamily="34" charset="0"/>
              </a:rPr>
            </a:br>
            <a:r>
              <a:rPr lang="en-GB" sz="2400" noProof="0" dirty="0">
                <a:highlight>
                  <a:srgbClr val="C0C0C0"/>
                </a:highlight>
                <a:latin typeface="Courier New" panose="02070309020205020404" pitchFamily="49" charset="0"/>
              </a:rPr>
              <a:t>public final byte[] </a:t>
            </a:r>
            <a:r>
              <a:rPr lang="en-GB" sz="2400" noProof="0" dirty="0" err="1">
                <a:highlight>
                  <a:srgbClr val="C0C0C0"/>
                </a:highlight>
                <a:latin typeface="Courier New" panose="02070309020205020404" pitchFamily="49" charset="0"/>
              </a:rPr>
              <a:t>doFinal</a:t>
            </a:r>
            <a:r>
              <a:rPr lang="en-GB" sz="2400" noProof="0" dirty="0">
                <a:highlight>
                  <a:srgbClr val="C0C0C0"/>
                </a:highlight>
                <a:latin typeface="Courier New" panose="02070309020205020404" pitchFamily="49" charset="0"/>
              </a:rPr>
              <a:t>(byte[] input);</a:t>
            </a:r>
          </a:p>
          <a:p>
            <a:pPr marL="342900" indent="-342900">
              <a:buFont typeface="Arial" panose="020B0604020202020204" pitchFamily="34" charset="0"/>
              <a:buChar char="•"/>
            </a:pPr>
            <a:endParaRPr lang="en-GB" sz="2400" noProof="0" dirty="0">
              <a:highlight>
                <a:srgbClr val="C0C0C0"/>
              </a:highlight>
              <a:latin typeface="Calibri" panose="020F0502020204030204" pitchFamily="34" charset="0"/>
            </a:endParaRPr>
          </a:p>
          <a:p>
            <a:pPr marL="342900" indent="-342900">
              <a:buFont typeface="Arial" panose="020B0604020202020204" pitchFamily="34" charset="0"/>
              <a:buChar char="•"/>
            </a:pPr>
            <a:r>
              <a:rPr lang="en-GB" sz="2400" noProof="0" dirty="0">
                <a:latin typeface="Calibri" panose="020F0502020204030204" pitchFamily="34" charset="0"/>
              </a:rPr>
              <a:t>For </a:t>
            </a:r>
            <a:r>
              <a:rPr lang="en-GB" sz="2400" u="sng" noProof="0" dirty="0">
                <a:latin typeface="Calibri" panose="020F0502020204030204" pitchFamily="34" charset="0"/>
              </a:rPr>
              <a:t>multi-part encryption/decryption</a:t>
            </a:r>
            <a:r>
              <a:rPr lang="en-GB" sz="2400" noProof="0" dirty="0">
                <a:latin typeface="Calibri" panose="020F0502020204030204" pitchFamily="34" charset="0"/>
              </a:rPr>
              <a:t>, assuming we have </a:t>
            </a:r>
            <a:r>
              <a:rPr lang="en-GB" sz="2400" noProof="0" dirty="0">
                <a:latin typeface="Courier New" panose="02070309020205020404" pitchFamily="49" charset="0"/>
              </a:rPr>
              <a:t>n</a:t>
            </a:r>
            <a:r>
              <a:rPr lang="en-GB" sz="2400" noProof="0" dirty="0">
                <a:latin typeface="Calibri" panose="020F0502020204030204" pitchFamily="34" charset="0"/>
              </a:rPr>
              <a:t> parts:</a:t>
            </a:r>
            <a:br>
              <a:rPr lang="en-GB" sz="2400" noProof="0" dirty="0">
                <a:latin typeface="Calibri" panose="020F0502020204030204" pitchFamily="34" charset="0"/>
              </a:rPr>
            </a:br>
            <a:r>
              <a:rPr lang="en-GB" sz="2400" noProof="0" dirty="0">
                <a:highlight>
                  <a:srgbClr val="C0C0C0"/>
                </a:highlight>
                <a:latin typeface="Courier New" panose="02070309020205020404" pitchFamily="49" charset="0"/>
              </a:rPr>
              <a:t>public final byte[] update(byte[] input); // for n-1 parts</a:t>
            </a:r>
            <a:br>
              <a:rPr lang="en-GB" sz="2400" noProof="0" dirty="0">
                <a:latin typeface="Courier New" panose="02070309020205020404" pitchFamily="49" charset="0"/>
              </a:rPr>
            </a:br>
            <a:r>
              <a:rPr lang="en-GB" sz="2400" noProof="0" dirty="0">
                <a:highlight>
                  <a:srgbClr val="C0C0C0"/>
                </a:highlight>
                <a:latin typeface="Courier New" panose="02070309020205020404" pitchFamily="49" charset="0"/>
              </a:rPr>
              <a:t>public final byte[] </a:t>
            </a:r>
            <a:r>
              <a:rPr lang="en-GB" sz="2400" noProof="0" dirty="0" err="1">
                <a:highlight>
                  <a:srgbClr val="C0C0C0"/>
                </a:highlight>
                <a:latin typeface="Courier New" panose="02070309020205020404" pitchFamily="49" charset="0"/>
              </a:rPr>
              <a:t>doFinal</a:t>
            </a:r>
            <a:r>
              <a:rPr lang="en-GB" sz="2400" noProof="0" dirty="0">
                <a:highlight>
                  <a:srgbClr val="C0C0C0"/>
                </a:highlight>
                <a:latin typeface="Courier New" panose="02070309020205020404" pitchFamily="49" charset="0"/>
              </a:rPr>
              <a:t>(byte[] input);// for last part</a:t>
            </a:r>
          </a:p>
        </p:txBody>
      </p:sp>
    </p:spTree>
    <p:extLst>
      <p:ext uri="{BB962C8B-B14F-4D97-AF65-F5344CB8AC3E}">
        <p14:creationId xmlns:p14="http://schemas.microsoft.com/office/powerpoint/2010/main" val="7171377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4F8D2-DD6E-B1E5-560A-5A213A34503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A7615E9-A803-4BAA-BD78-33268561F0AD}"/>
              </a:ext>
            </a:extLst>
          </p:cNvPr>
          <p:cNvSpPr>
            <a:spLocks noGrp="1"/>
          </p:cNvSpPr>
          <p:nvPr>
            <p:ph type="title"/>
          </p:nvPr>
        </p:nvSpPr>
        <p:spPr/>
        <p:txBody>
          <a:bodyPr/>
          <a:lstStyle/>
          <a:p>
            <a:r>
              <a:rPr lang="en-GB" sz="3800" noProof="0" dirty="0"/>
              <a:t>Ciphers Example – Block Ciphers, </a:t>
            </a:r>
            <a:r>
              <a:rPr lang="en-GB" sz="3800" dirty="0"/>
              <a:t>CBC</a:t>
            </a:r>
            <a:endParaRPr lang="en-GB" sz="3800" noProof="0" dirty="0"/>
          </a:p>
        </p:txBody>
      </p:sp>
      <p:pic>
        <p:nvPicPr>
          <p:cNvPr id="4" name="Immagine 3">
            <a:extLst>
              <a:ext uri="{FF2B5EF4-FFF2-40B4-BE49-F238E27FC236}">
                <a16:creationId xmlns:a16="http://schemas.microsoft.com/office/drawing/2014/main" id="{A6B2E580-A869-C496-3A00-90C09A05D7CF}"/>
              </a:ext>
            </a:extLst>
          </p:cNvPr>
          <p:cNvPicPr>
            <a:picLocks noChangeAspect="1"/>
          </p:cNvPicPr>
          <p:nvPr/>
        </p:nvPicPr>
        <p:blipFill>
          <a:blip r:embed="rId2"/>
          <a:stretch>
            <a:fillRect/>
          </a:stretch>
        </p:blipFill>
        <p:spPr>
          <a:xfrm>
            <a:off x="527051" y="1167574"/>
            <a:ext cx="6334664" cy="5446628"/>
          </a:xfrm>
          <a:prstGeom prst="rect">
            <a:avLst/>
          </a:prstGeom>
        </p:spPr>
      </p:pic>
      <p:pic>
        <p:nvPicPr>
          <p:cNvPr id="7" name="Immagine 6">
            <a:extLst>
              <a:ext uri="{FF2B5EF4-FFF2-40B4-BE49-F238E27FC236}">
                <a16:creationId xmlns:a16="http://schemas.microsoft.com/office/drawing/2014/main" id="{57DC1478-5DB9-5203-A5D5-BF7B662EB2BE}"/>
              </a:ext>
            </a:extLst>
          </p:cNvPr>
          <p:cNvPicPr>
            <a:picLocks noChangeAspect="1"/>
          </p:cNvPicPr>
          <p:nvPr/>
        </p:nvPicPr>
        <p:blipFill>
          <a:blip r:embed="rId3"/>
          <a:stretch>
            <a:fillRect/>
          </a:stretch>
        </p:blipFill>
        <p:spPr>
          <a:xfrm>
            <a:off x="4946897" y="2263510"/>
            <a:ext cx="6909744" cy="481644"/>
          </a:xfrm>
          <a:prstGeom prst="rect">
            <a:avLst/>
          </a:prstGeom>
        </p:spPr>
      </p:pic>
    </p:spTree>
    <p:extLst>
      <p:ext uri="{BB962C8B-B14F-4D97-AF65-F5344CB8AC3E}">
        <p14:creationId xmlns:p14="http://schemas.microsoft.com/office/powerpoint/2010/main" val="290621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7D6E6-A728-552A-C283-7BEEFFA9660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051C5D1-EA75-A276-EFC9-56C957C13A5C}"/>
              </a:ext>
            </a:extLst>
          </p:cNvPr>
          <p:cNvSpPr>
            <a:spLocks noGrp="1"/>
          </p:cNvSpPr>
          <p:nvPr>
            <p:ph type="title"/>
          </p:nvPr>
        </p:nvSpPr>
        <p:spPr>
          <a:xfrm>
            <a:off x="527050" y="380269"/>
            <a:ext cx="10249469" cy="792088"/>
          </a:xfrm>
        </p:spPr>
        <p:txBody>
          <a:bodyPr/>
          <a:lstStyle/>
          <a:p>
            <a:r>
              <a:rPr lang="en-GB" sz="3800" noProof="0" dirty="0"/>
              <a:t>Ciphers Example (2) – Stream Ciphers, ChaCha20</a:t>
            </a:r>
          </a:p>
        </p:txBody>
      </p:sp>
      <p:pic>
        <p:nvPicPr>
          <p:cNvPr id="7" name="Immagine 6">
            <a:extLst>
              <a:ext uri="{FF2B5EF4-FFF2-40B4-BE49-F238E27FC236}">
                <a16:creationId xmlns:a16="http://schemas.microsoft.com/office/drawing/2014/main" id="{3C3EB143-A0D4-6C3A-8E35-14F6691D6872}"/>
              </a:ext>
            </a:extLst>
          </p:cNvPr>
          <p:cNvPicPr>
            <a:picLocks noChangeAspect="1"/>
          </p:cNvPicPr>
          <p:nvPr/>
        </p:nvPicPr>
        <p:blipFill>
          <a:blip r:embed="rId2"/>
          <a:stretch>
            <a:fillRect/>
          </a:stretch>
        </p:blipFill>
        <p:spPr>
          <a:xfrm>
            <a:off x="527050" y="1172357"/>
            <a:ext cx="6797511" cy="5305374"/>
          </a:xfrm>
          <a:prstGeom prst="rect">
            <a:avLst/>
          </a:prstGeom>
        </p:spPr>
      </p:pic>
      <p:pic>
        <p:nvPicPr>
          <p:cNvPr id="4" name="Immagine 3">
            <a:extLst>
              <a:ext uri="{FF2B5EF4-FFF2-40B4-BE49-F238E27FC236}">
                <a16:creationId xmlns:a16="http://schemas.microsoft.com/office/drawing/2014/main" id="{1AE23928-B5B1-8BF6-8634-EC87172CE11E}"/>
              </a:ext>
            </a:extLst>
          </p:cNvPr>
          <p:cNvPicPr>
            <a:picLocks noChangeAspect="1"/>
          </p:cNvPicPr>
          <p:nvPr/>
        </p:nvPicPr>
        <p:blipFill>
          <a:blip r:embed="rId3"/>
          <a:stretch>
            <a:fillRect/>
          </a:stretch>
        </p:blipFill>
        <p:spPr>
          <a:xfrm>
            <a:off x="5015881" y="2203532"/>
            <a:ext cx="6797512" cy="555969"/>
          </a:xfrm>
          <a:prstGeom prst="rect">
            <a:avLst/>
          </a:prstGeom>
        </p:spPr>
      </p:pic>
    </p:spTree>
    <p:extLst>
      <p:ext uri="{BB962C8B-B14F-4D97-AF65-F5344CB8AC3E}">
        <p14:creationId xmlns:p14="http://schemas.microsoft.com/office/powerpoint/2010/main" val="2818589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ECE7640-BEA5-1F53-82DF-20C2526C0643}"/>
              </a:ext>
            </a:extLst>
          </p:cNvPr>
          <p:cNvSpPr>
            <a:spLocks noGrp="1"/>
          </p:cNvSpPr>
          <p:nvPr>
            <p:ph type="title"/>
          </p:nvPr>
        </p:nvSpPr>
        <p:spPr>
          <a:xfrm>
            <a:off x="527050" y="380269"/>
            <a:ext cx="9961437" cy="792088"/>
          </a:xfrm>
        </p:spPr>
        <p:txBody>
          <a:bodyPr/>
          <a:lstStyle/>
          <a:p>
            <a:r>
              <a:rPr lang="it-IT" sz="3800" dirty="0" err="1"/>
              <a:t>Other</a:t>
            </a:r>
            <a:r>
              <a:rPr lang="it-IT" sz="3800" dirty="0"/>
              <a:t> </a:t>
            </a:r>
            <a:r>
              <a:rPr lang="it-IT" sz="3800" dirty="0" err="1"/>
              <a:t>Cipher-based</a:t>
            </a:r>
            <a:r>
              <a:rPr lang="it-IT" sz="3800" dirty="0"/>
              <a:t> classes - </a:t>
            </a:r>
            <a:r>
              <a:rPr lang="it-IT" sz="3800" dirty="0" err="1"/>
              <a:t>CipherInputStream</a:t>
            </a:r>
            <a:endParaRPr lang="it-IT" sz="3800" dirty="0"/>
          </a:p>
        </p:txBody>
      </p:sp>
      <p:sp>
        <p:nvSpPr>
          <p:cNvPr id="3" name="Segnaposto testo 2">
            <a:extLst>
              <a:ext uri="{FF2B5EF4-FFF2-40B4-BE49-F238E27FC236}">
                <a16:creationId xmlns:a16="http://schemas.microsoft.com/office/drawing/2014/main" id="{006445A2-0881-EB7F-F583-A01C69CDADDA}"/>
              </a:ext>
            </a:extLst>
          </p:cNvPr>
          <p:cNvSpPr>
            <a:spLocks noGrp="1"/>
          </p:cNvSpPr>
          <p:nvPr>
            <p:ph type="body" sz="quarter" idx="11"/>
          </p:nvPr>
        </p:nvSpPr>
        <p:spPr>
          <a:xfrm>
            <a:off x="527051" y="1412875"/>
            <a:ext cx="11233149" cy="4896445"/>
          </a:xfrm>
        </p:spPr>
        <p:txBody>
          <a:bodyPr/>
          <a:lstStyle/>
          <a:p>
            <a:r>
              <a:rPr lang="en-US" sz="2000" dirty="0"/>
              <a:t>This class is a </a:t>
            </a:r>
            <a:r>
              <a:rPr lang="en-US" sz="2000" dirty="0" err="1">
                <a:latin typeface="Courier New" panose="02070309020205020404" pitchFamily="49" charset="0"/>
              </a:rPr>
              <a:t>FilterInputStream</a:t>
            </a:r>
            <a:r>
              <a:rPr lang="en-US" sz="2000" dirty="0"/>
              <a:t> that encrypts or decrypts the data passing through it. It is composed of an </a:t>
            </a:r>
            <a:r>
              <a:rPr lang="en-US" sz="2000" dirty="0" err="1">
                <a:latin typeface="Courier New" panose="02070309020205020404" pitchFamily="49" charset="0"/>
              </a:rPr>
              <a:t>InputStream</a:t>
            </a:r>
            <a:r>
              <a:rPr lang="en-US" sz="2000" dirty="0"/>
              <a:t>. </a:t>
            </a:r>
            <a:r>
              <a:rPr lang="en-US" sz="2000" dirty="0" err="1">
                <a:latin typeface="Courier New" panose="02070309020205020404" pitchFamily="49" charset="0"/>
              </a:rPr>
              <a:t>CipherInputStream</a:t>
            </a:r>
            <a:r>
              <a:rPr lang="en-US" sz="2000" dirty="0"/>
              <a:t> represents a secure input stream into which a </a:t>
            </a:r>
            <a:r>
              <a:rPr lang="en-US" sz="2000" dirty="0">
                <a:latin typeface="Courier New" panose="02070309020205020404" pitchFamily="49" charset="0"/>
              </a:rPr>
              <a:t>Cipher</a:t>
            </a:r>
            <a:r>
              <a:rPr lang="en-US" sz="2000" dirty="0"/>
              <a:t> object has been interposed. The read methods of </a:t>
            </a:r>
            <a:r>
              <a:rPr lang="en-US" sz="2000" dirty="0" err="1">
                <a:latin typeface="Courier New" panose="02070309020205020404" pitchFamily="49" charset="0"/>
              </a:rPr>
              <a:t>CipherInputStream</a:t>
            </a:r>
            <a:r>
              <a:rPr lang="en-US" sz="2000" dirty="0"/>
              <a:t> return data that are read from the underlying </a:t>
            </a:r>
            <a:r>
              <a:rPr lang="en-US" sz="2000" dirty="0" err="1">
                <a:latin typeface="Courier New" panose="02070309020205020404" pitchFamily="49" charset="0"/>
              </a:rPr>
              <a:t>InputStream</a:t>
            </a:r>
            <a:r>
              <a:rPr lang="en-US" sz="2000" dirty="0"/>
              <a:t> but have additionally been processed by the embedded </a:t>
            </a:r>
            <a:r>
              <a:rPr lang="en-US" sz="2000" dirty="0">
                <a:latin typeface="Courier New" panose="02070309020205020404" pitchFamily="49" charset="0"/>
              </a:rPr>
              <a:t>Cipher</a:t>
            </a:r>
            <a:r>
              <a:rPr lang="en-US" sz="2000" dirty="0"/>
              <a:t> object.</a:t>
            </a:r>
          </a:p>
          <a:p>
            <a:endParaRPr lang="en-US" sz="2400" dirty="0"/>
          </a:p>
          <a:p>
            <a:r>
              <a:rPr lang="it-IT" dirty="0" err="1">
                <a:latin typeface="Courier New" panose="02070309020205020404" pitchFamily="49" charset="0"/>
              </a:rPr>
              <a:t>try</a:t>
            </a:r>
            <a:r>
              <a:rPr lang="it-IT" dirty="0">
                <a:latin typeface="Courier New" panose="02070309020205020404" pitchFamily="49" charset="0"/>
              </a:rPr>
              <a:t> (</a:t>
            </a:r>
            <a:r>
              <a:rPr lang="it-IT" dirty="0" err="1">
                <a:latin typeface="Courier New" panose="02070309020205020404" pitchFamily="49" charset="0"/>
              </a:rPr>
              <a:t>FileInputStream</a:t>
            </a:r>
            <a:r>
              <a:rPr lang="it-IT" dirty="0">
                <a:latin typeface="Courier New" panose="02070309020205020404" pitchFamily="49" charset="0"/>
              </a:rPr>
              <a:t> </a:t>
            </a:r>
            <a:r>
              <a:rPr lang="it-IT" dirty="0" err="1">
                <a:latin typeface="Courier New" panose="02070309020205020404" pitchFamily="49" charset="0"/>
              </a:rPr>
              <a:t>fis</a:t>
            </a:r>
            <a:r>
              <a:rPr lang="it-IT" dirty="0">
                <a:latin typeface="Courier New" panose="02070309020205020404" pitchFamily="49" charset="0"/>
              </a:rPr>
              <a:t> = new </a:t>
            </a:r>
            <a:r>
              <a:rPr lang="it-IT" dirty="0" err="1">
                <a:latin typeface="Courier New" panose="02070309020205020404" pitchFamily="49" charset="0"/>
              </a:rPr>
              <a:t>FileInputStream</a:t>
            </a:r>
            <a:r>
              <a:rPr lang="it-IT" dirty="0">
                <a:latin typeface="Courier New" panose="02070309020205020404" pitchFamily="49" charset="0"/>
              </a:rPr>
              <a:t>("/</a:t>
            </a:r>
            <a:r>
              <a:rPr lang="it-IT" dirty="0" err="1">
                <a:latin typeface="Courier New" panose="02070309020205020404" pitchFamily="49" charset="0"/>
              </a:rPr>
              <a:t>tmp</a:t>
            </a:r>
            <a:r>
              <a:rPr lang="it-IT" dirty="0">
                <a:latin typeface="Courier New" panose="02070309020205020404" pitchFamily="49" charset="0"/>
              </a:rPr>
              <a:t>/a.txt");</a:t>
            </a:r>
          </a:p>
          <a:p>
            <a:r>
              <a:rPr lang="it-IT" dirty="0" err="1">
                <a:latin typeface="Courier New" panose="02070309020205020404" pitchFamily="49" charset="0"/>
              </a:rPr>
              <a:t>CipherInputStream</a:t>
            </a:r>
            <a:r>
              <a:rPr lang="it-IT" dirty="0">
                <a:latin typeface="Courier New" panose="02070309020205020404" pitchFamily="49" charset="0"/>
              </a:rPr>
              <a:t> cis = new </a:t>
            </a:r>
            <a:r>
              <a:rPr lang="it-IT" dirty="0" err="1">
                <a:latin typeface="Courier New" panose="02070309020205020404" pitchFamily="49" charset="0"/>
              </a:rPr>
              <a:t>CipherInputStream</a:t>
            </a:r>
            <a:r>
              <a:rPr lang="it-IT" dirty="0">
                <a:latin typeface="Courier New" panose="02070309020205020404" pitchFamily="49" charset="0"/>
              </a:rPr>
              <a:t>(</a:t>
            </a:r>
            <a:r>
              <a:rPr lang="it-IT" dirty="0" err="1">
                <a:latin typeface="Courier New" panose="02070309020205020404" pitchFamily="49" charset="0"/>
              </a:rPr>
              <a:t>fis</a:t>
            </a:r>
            <a:r>
              <a:rPr lang="it-IT" dirty="0">
                <a:latin typeface="Courier New" panose="02070309020205020404" pitchFamily="49" charset="0"/>
              </a:rPr>
              <a:t>, cipher1);</a:t>
            </a:r>
          </a:p>
          <a:p>
            <a:r>
              <a:rPr lang="it-IT" dirty="0" err="1">
                <a:latin typeface="Courier New" panose="02070309020205020404" pitchFamily="49" charset="0"/>
              </a:rPr>
              <a:t>FileOutputStream</a:t>
            </a:r>
            <a:r>
              <a:rPr lang="it-IT" dirty="0">
                <a:latin typeface="Courier New" panose="02070309020205020404" pitchFamily="49" charset="0"/>
              </a:rPr>
              <a:t> </a:t>
            </a:r>
            <a:r>
              <a:rPr lang="it-IT" dirty="0" err="1">
                <a:latin typeface="Courier New" panose="02070309020205020404" pitchFamily="49" charset="0"/>
              </a:rPr>
              <a:t>fos</a:t>
            </a:r>
            <a:r>
              <a:rPr lang="it-IT" dirty="0">
                <a:latin typeface="Courier New" panose="02070309020205020404" pitchFamily="49" charset="0"/>
              </a:rPr>
              <a:t> = new </a:t>
            </a:r>
            <a:r>
              <a:rPr lang="it-IT" dirty="0" err="1">
                <a:latin typeface="Courier New" panose="02070309020205020404" pitchFamily="49" charset="0"/>
              </a:rPr>
              <a:t>FileOutputStream</a:t>
            </a:r>
            <a:r>
              <a:rPr lang="it-IT" dirty="0">
                <a:latin typeface="Courier New" panose="02070309020205020404" pitchFamily="49" charset="0"/>
              </a:rPr>
              <a:t>("/</a:t>
            </a:r>
            <a:r>
              <a:rPr lang="it-IT" dirty="0" err="1">
                <a:latin typeface="Courier New" panose="02070309020205020404" pitchFamily="49" charset="0"/>
              </a:rPr>
              <a:t>tmp</a:t>
            </a:r>
            <a:r>
              <a:rPr lang="it-IT" dirty="0">
                <a:latin typeface="Courier New" panose="02070309020205020404" pitchFamily="49" charset="0"/>
              </a:rPr>
              <a:t>/b.txt")) {</a:t>
            </a:r>
          </a:p>
          <a:p>
            <a:r>
              <a:rPr lang="it-IT" dirty="0">
                <a:latin typeface="Courier New" panose="02070309020205020404" pitchFamily="49" charset="0"/>
              </a:rPr>
              <a:t>    byte[] b = new byte[8];</a:t>
            </a:r>
          </a:p>
          <a:p>
            <a:r>
              <a:rPr lang="it-IT" dirty="0">
                <a:latin typeface="Courier New" panose="02070309020205020404" pitchFamily="49" charset="0"/>
              </a:rPr>
              <a:t>    </a:t>
            </a:r>
            <a:r>
              <a:rPr lang="it-IT" dirty="0" err="1">
                <a:latin typeface="Courier New" panose="02070309020205020404" pitchFamily="49" charset="0"/>
              </a:rPr>
              <a:t>int</a:t>
            </a:r>
            <a:r>
              <a:rPr lang="it-IT" dirty="0">
                <a:latin typeface="Courier New" panose="02070309020205020404" pitchFamily="49" charset="0"/>
              </a:rPr>
              <a:t> i = </a:t>
            </a:r>
            <a:r>
              <a:rPr lang="it-IT" dirty="0" err="1">
                <a:latin typeface="Courier New" panose="02070309020205020404" pitchFamily="49" charset="0"/>
              </a:rPr>
              <a:t>cis.read</a:t>
            </a:r>
            <a:r>
              <a:rPr lang="it-IT" dirty="0">
                <a:latin typeface="Courier New" panose="02070309020205020404" pitchFamily="49" charset="0"/>
              </a:rPr>
              <a:t>(b);</a:t>
            </a:r>
          </a:p>
          <a:p>
            <a:r>
              <a:rPr lang="it-IT" dirty="0">
                <a:latin typeface="Courier New" panose="02070309020205020404" pitchFamily="49" charset="0"/>
              </a:rPr>
              <a:t>    </a:t>
            </a:r>
            <a:r>
              <a:rPr lang="it-IT" dirty="0" err="1">
                <a:latin typeface="Courier New" panose="02070309020205020404" pitchFamily="49" charset="0"/>
              </a:rPr>
              <a:t>while</a:t>
            </a:r>
            <a:r>
              <a:rPr lang="it-IT" dirty="0">
                <a:latin typeface="Courier New" panose="02070309020205020404" pitchFamily="49" charset="0"/>
              </a:rPr>
              <a:t> (i != -1) {</a:t>
            </a:r>
          </a:p>
          <a:p>
            <a:r>
              <a:rPr lang="it-IT" dirty="0">
                <a:latin typeface="Courier New" panose="02070309020205020404" pitchFamily="49" charset="0"/>
              </a:rPr>
              <a:t>        </a:t>
            </a:r>
            <a:r>
              <a:rPr lang="it-IT" dirty="0" err="1">
                <a:latin typeface="Courier New" panose="02070309020205020404" pitchFamily="49" charset="0"/>
              </a:rPr>
              <a:t>fos.write</a:t>
            </a:r>
            <a:r>
              <a:rPr lang="it-IT" dirty="0">
                <a:latin typeface="Courier New" panose="02070309020205020404" pitchFamily="49" charset="0"/>
              </a:rPr>
              <a:t>(b, 0, i);</a:t>
            </a:r>
          </a:p>
          <a:p>
            <a:r>
              <a:rPr lang="it-IT" dirty="0">
                <a:latin typeface="Courier New" panose="02070309020205020404" pitchFamily="49" charset="0"/>
              </a:rPr>
              <a:t>        i = </a:t>
            </a:r>
            <a:r>
              <a:rPr lang="it-IT" dirty="0" err="1">
                <a:latin typeface="Courier New" panose="02070309020205020404" pitchFamily="49" charset="0"/>
              </a:rPr>
              <a:t>cis.read</a:t>
            </a:r>
            <a:r>
              <a:rPr lang="it-IT" dirty="0">
                <a:latin typeface="Courier New" panose="02070309020205020404" pitchFamily="49" charset="0"/>
              </a:rPr>
              <a:t>(b);</a:t>
            </a:r>
          </a:p>
          <a:p>
            <a:r>
              <a:rPr lang="it-IT" dirty="0">
                <a:latin typeface="Courier New" panose="02070309020205020404" pitchFamily="49" charset="0"/>
              </a:rPr>
              <a:t>    }</a:t>
            </a:r>
          </a:p>
          <a:p>
            <a:r>
              <a:rPr lang="it-IT" dirty="0">
                <a:latin typeface="Courier New" panose="02070309020205020404" pitchFamily="49" charset="0"/>
              </a:rPr>
              <a:t>}</a:t>
            </a:r>
          </a:p>
          <a:p>
            <a:br>
              <a:rPr lang="en-US" sz="2400" dirty="0"/>
            </a:br>
            <a:endParaRPr lang="it-IT" sz="2400" dirty="0"/>
          </a:p>
        </p:txBody>
      </p:sp>
    </p:spTree>
    <p:extLst>
      <p:ext uri="{BB962C8B-B14F-4D97-AF65-F5344CB8AC3E}">
        <p14:creationId xmlns:p14="http://schemas.microsoft.com/office/powerpoint/2010/main" val="26992093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94687-CAFD-9A17-A5DF-42F865A8844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911CBAB-DBC0-B078-0C9B-D6478133ED84}"/>
              </a:ext>
            </a:extLst>
          </p:cNvPr>
          <p:cNvSpPr>
            <a:spLocks noGrp="1"/>
          </p:cNvSpPr>
          <p:nvPr>
            <p:ph type="title"/>
          </p:nvPr>
        </p:nvSpPr>
        <p:spPr>
          <a:xfrm>
            <a:off x="527050" y="380269"/>
            <a:ext cx="10465494" cy="792088"/>
          </a:xfrm>
        </p:spPr>
        <p:txBody>
          <a:bodyPr/>
          <a:lstStyle/>
          <a:p>
            <a:r>
              <a:rPr lang="it-IT" sz="3800" dirty="0" err="1"/>
              <a:t>Other</a:t>
            </a:r>
            <a:r>
              <a:rPr lang="it-IT" sz="3800" dirty="0"/>
              <a:t> </a:t>
            </a:r>
            <a:r>
              <a:rPr lang="it-IT" sz="3800" dirty="0" err="1"/>
              <a:t>Cipher-based</a:t>
            </a:r>
            <a:r>
              <a:rPr lang="it-IT" sz="3800" dirty="0"/>
              <a:t> classes - </a:t>
            </a:r>
            <a:r>
              <a:rPr lang="it-IT" sz="3800" dirty="0" err="1"/>
              <a:t>CipherOutputStream</a:t>
            </a:r>
            <a:endParaRPr lang="it-IT" sz="3800" dirty="0"/>
          </a:p>
        </p:txBody>
      </p:sp>
      <p:sp>
        <p:nvSpPr>
          <p:cNvPr id="3" name="Segnaposto testo 2">
            <a:extLst>
              <a:ext uri="{FF2B5EF4-FFF2-40B4-BE49-F238E27FC236}">
                <a16:creationId xmlns:a16="http://schemas.microsoft.com/office/drawing/2014/main" id="{0A81F21A-D381-5AE8-1374-DA87A580898B}"/>
              </a:ext>
            </a:extLst>
          </p:cNvPr>
          <p:cNvSpPr>
            <a:spLocks noGrp="1"/>
          </p:cNvSpPr>
          <p:nvPr>
            <p:ph type="body" sz="quarter" idx="11"/>
          </p:nvPr>
        </p:nvSpPr>
        <p:spPr>
          <a:xfrm>
            <a:off x="527051" y="1412875"/>
            <a:ext cx="11233149" cy="4896445"/>
          </a:xfrm>
        </p:spPr>
        <p:txBody>
          <a:bodyPr/>
          <a:lstStyle/>
          <a:p>
            <a:r>
              <a:rPr lang="en-US" sz="2000" dirty="0"/>
              <a:t>This class is a </a:t>
            </a:r>
            <a:r>
              <a:rPr lang="en-US" sz="2000" dirty="0" err="1">
                <a:latin typeface="Courier New" panose="02070309020205020404" pitchFamily="49" charset="0"/>
              </a:rPr>
              <a:t>FilterOutputStream</a:t>
            </a:r>
            <a:r>
              <a:rPr lang="en-US" sz="2000" dirty="0"/>
              <a:t> that encrypts or decrypts the data passing through it. It is composed of an </a:t>
            </a:r>
            <a:r>
              <a:rPr lang="en-US" sz="2000" dirty="0" err="1">
                <a:latin typeface="Courier New" panose="02070309020205020404" pitchFamily="49" charset="0"/>
              </a:rPr>
              <a:t>OutputStream</a:t>
            </a:r>
            <a:r>
              <a:rPr lang="en-US" sz="2000" dirty="0"/>
              <a:t>, or one of its subclasses, and a </a:t>
            </a:r>
            <a:r>
              <a:rPr lang="en-US" sz="2000" dirty="0">
                <a:latin typeface="Courier New" panose="02070309020205020404" pitchFamily="49" charset="0"/>
              </a:rPr>
              <a:t>Cipher</a:t>
            </a:r>
            <a:r>
              <a:rPr lang="en-US" sz="2000" dirty="0"/>
              <a:t>. </a:t>
            </a:r>
            <a:r>
              <a:rPr lang="en-US" sz="2000" dirty="0" err="1">
                <a:latin typeface="Courier New" panose="02070309020205020404" pitchFamily="49" charset="0"/>
              </a:rPr>
              <a:t>CipherOutputStream</a:t>
            </a:r>
            <a:r>
              <a:rPr lang="en-US" sz="2000" dirty="0"/>
              <a:t> represents a secure output stream into which a </a:t>
            </a:r>
            <a:r>
              <a:rPr lang="en-US" sz="2000" dirty="0">
                <a:latin typeface="Courier New" panose="02070309020205020404" pitchFamily="49" charset="0"/>
              </a:rPr>
              <a:t>Cipher</a:t>
            </a:r>
            <a:r>
              <a:rPr lang="en-US" sz="2000" dirty="0"/>
              <a:t> object has been interposed. The write methods of </a:t>
            </a:r>
            <a:r>
              <a:rPr lang="en-US" sz="2000" dirty="0" err="1">
                <a:latin typeface="Courier New" panose="02070309020205020404" pitchFamily="49" charset="0"/>
              </a:rPr>
              <a:t>CipherOutputStream</a:t>
            </a:r>
            <a:r>
              <a:rPr lang="en-US" sz="2000" dirty="0"/>
              <a:t> first process the data with the embedded </a:t>
            </a:r>
            <a:r>
              <a:rPr lang="en-US" sz="2000" dirty="0">
                <a:latin typeface="Courier New" panose="02070309020205020404" pitchFamily="49" charset="0"/>
              </a:rPr>
              <a:t>Cipher</a:t>
            </a:r>
            <a:r>
              <a:rPr lang="en-US" sz="2000" dirty="0"/>
              <a:t> object before writing them out to the underlying </a:t>
            </a:r>
            <a:r>
              <a:rPr lang="en-US" sz="2000" dirty="0" err="1">
                <a:latin typeface="Courier New" panose="02070309020205020404" pitchFamily="49" charset="0"/>
              </a:rPr>
              <a:t>OutputStream</a:t>
            </a:r>
            <a:r>
              <a:rPr lang="en-US" sz="2000" dirty="0"/>
              <a:t>.</a:t>
            </a:r>
          </a:p>
          <a:p>
            <a:endParaRPr lang="en-US" sz="2000" dirty="0"/>
          </a:p>
          <a:p>
            <a:r>
              <a:rPr lang="it-IT" dirty="0" err="1">
                <a:latin typeface="Courier New" panose="02070309020205020404" pitchFamily="49" charset="0"/>
              </a:rPr>
              <a:t>try</a:t>
            </a:r>
            <a:r>
              <a:rPr lang="it-IT" dirty="0">
                <a:latin typeface="Courier New" panose="02070309020205020404" pitchFamily="49" charset="0"/>
              </a:rPr>
              <a:t> (</a:t>
            </a:r>
            <a:r>
              <a:rPr lang="it-IT" dirty="0" err="1">
                <a:latin typeface="Courier New" panose="02070309020205020404" pitchFamily="49" charset="0"/>
              </a:rPr>
              <a:t>FileInputStream</a:t>
            </a:r>
            <a:r>
              <a:rPr lang="it-IT" dirty="0">
                <a:latin typeface="Courier New" panose="02070309020205020404" pitchFamily="49" charset="0"/>
              </a:rPr>
              <a:t> </a:t>
            </a:r>
            <a:r>
              <a:rPr lang="it-IT" dirty="0" err="1">
                <a:latin typeface="Courier New" panose="02070309020205020404" pitchFamily="49" charset="0"/>
              </a:rPr>
              <a:t>fis</a:t>
            </a:r>
            <a:r>
              <a:rPr lang="it-IT" dirty="0">
                <a:latin typeface="Courier New" panose="02070309020205020404" pitchFamily="49" charset="0"/>
              </a:rPr>
              <a:t> = new </a:t>
            </a:r>
            <a:r>
              <a:rPr lang="it-IT" dirty="0" err="1">
                <a:latin typeface="Courier New" panose="02070309020205020404" pitchFamily="49" charset="0"/>
              </a:rPr>
              <a:t>FileInputStream</a:t>
            </a:r>
            <a:r>
              <a:rPr lang="it-IT" dirty="0">
                <a:latin typeface="Courier New" panose="02070309020205020404" pitchFamily="49" charset="0"/>
              </a:rPr>
              <a:t>("/</a:t>
            </a:r>
            <a:r>
              <a:rPr lang="it-IT" dirty="0" err="1">
                <a:latin typeface="Courier New" panose="02070309020205020404" pitchFamily="49" charset="0"/>
              </a:rPr>
              <a:t>tmp</a:t>
            </a:r>
            <a:r>
              <a:rPr lang="it-IT" dirty="0">
                <a:latin typeface="Courier New" panose="02070309020205020404" pitchFamily="49" charset="0"/>
              </a:rPr>
              <a:t>/a.txt");</a:t>
            </a:r>
          </a:p>
          <a:p>
            <a:r>
              <a:rPr lang="it-IT" dirty="0" err="1">
                <a:latin typeface="Courier New" panose="02070309020205020404" pitchFamily="49" charset="0"/>
              </a:rPr>
              <a:t>FileOutputStream</a:t>
            </a:r>
            <a:r>
              <a:rPr lang="it-IT" dirty="0">
                <a:latin typeface="Courier New" panose="02070309020205020404" pitchFamily="49" charset="0"/>
              </a:rPr>
              <a:t> </a:t>
            </a:r>
            <a:r>
              <a:rPr lang="it-IT" dirty="0" err="1">
                <a:latin typeface="Courier New" panose="02070309020205020404" pitchFamily="49" charset="0"/>
              </a:rPr>
              <a:t>fos</a:t>
            </a:r>
            <a:r>
              <a:rPr lang="it-IT" dirty="0">
                <a:latin typeface="Courier New" panose="02070309020205020404" pitchFamily="49" charset="0"/>
              </a:rPr>
              <a:t> = new </a:t>
            </a:r>
            <a:r>
              <a:rPr lang="it-IT" dirty="0" err="1">
                <a:latin typeface="Courier New" panose="02070309020205020404" pitchFamily="49" charset="0"/>
              </a:rPr>
              <a:t>FileOutputStream</a:t>
            </a:r>
            <a:r>
              <a:rPr lang="it-IT" dirty="0">
                <a:latin typeface="Courier New" panose="02070309020205020404" pitchFamily="49" charset="0"/>
              </a:rPr>
              <a:t>("/</a:t>
            </a:r>
            <a:r>
              <a:rPr lang="it-IT" dirty="0" err="1">
                <a:latin typeface="Courier New" panose="02070309020205020404" pitchFamily="49" charset="0"/>
              </a:rPr>
              <a:t>tmp</a:t>
            </a:r>
            <a:r>
              <a:rPr lang="it-IT" dirty="0">
                <a:latin typeface="Courier New" panose="02070309020205020404" pitchFamily="49" charset="0"/>
              </a:rPr>
              <a:t>/b.txt");</a:t>
            </a:r>
          </a:p>
          <a:p>
            <a:r>
              <a:rPr lang="it-IT" dirty="0" err="1">
                <a:latin typeface="Courier New" panose="02070309020205020404" pitchFamily="49" charset="0"/>
              </a:rPr>
              <a:t>CipherOutputStream</a:t>
            </a:r>
            <a:r>
              <a:rPr lang="it-IT" dirty="0">
                <a:latin typeface="Courier New" panose="02070309020205020404" pitchFamily="49" charset="0"/>
              </a:rPr>
              <a:t> cos = new </a:t>
            </a:r>
            <a:r>
              <a:rPr lang="it-IT" dirty="0" err="1">
                <a:latin typeface="Courier New" panose="02070309020205020404" pitchFamily="49" charset="0"/>
              </a:rPr>
              <a:t>CipherOutputStream</a:t>
            </a:r>
            <a:r>
              <a:rPr lang="it-IT" dirty="0">
                <a:latin typeface="Courier New" panose="02070309020205020404" pitchFamily="49" charset="0"/>
              </a:rPr>
              <a:t>(</a:t>
            </a:r>
            <a:r>
              <a:rPr lang="it-IT" dirty="0" err="1">
                <a:latin typeface="Courier New" panose="02070309020205020404" pitchFamily="49" charset="0"/>
              </a:rPr>
              <a:t>fos</a:t>
            </a:r>
            <a:r>
              <a:rPr lang="it-IT" dirty="0">
                <a:latin typeface="Courier New" panose="02070309020205020404" pitchFamily="49" charset="0"/>
              </a:rPr>
              <a:t>, cipher1)) {</a:t>
            </a:r>
          </a:p>
          <a:p>
            <a:r>
              <a:rPr lang="it-IT" dirty="0">
                <a:latin typeface="Courier New" panose="02070309020205020404" pitchFamily="49" charset="0"/>
              </a:rPr>
              <a:t>    byte[] b = new byte[8];</a:t>
            </a:r>
          </a:p>
          <a:p>
            <a:r>
              <a:rPr lang="it-IT" dirty="0">
                <a:latin typeface="Courier New" panose="02070309020205020404" pitchFamily="49" charset="0"/>
              </a:rPr>
              <a:t>    </a:t>
            </a:r>
            <a:r>
              <a:rPr lang="it-IT" dirty="0" err="1">
                <a:latin typeface="Courier New" panose="02070309020205020404" pitchFamily="49" charset="0"/>
              </a:rPr>
              <a:t>int</a:t>
            </a:r>
            <a:r>
              <a:rPr lang="it-IT" dirty="0">
                <a:latin typeface="Courier New" panose="02070309020205020404" pitchFamily="49" charset="0"/>
              </a:rPr>
              <a:t> i = </a:t>
            </a:r>
            <a:r>
              <a:rPr lang="it-IT" dirty="0" err="1">
                <a:latin typeface="Courier New" panose="02070309020205020404" pitchFamily="49" charset="0"/>
              </a:rPr>
              <a:t>fis.read</a:t>
            </a:r>
            <a:r>
              <a:rPr lang="it-IT" dirty="0">
                <a:latin typeface="Courier New" panose="02070309020205020404" pitchFamily="49" charset="0"/>
              </a:rPr>
              <a:t>(b);</a:t>
            </a:r>
          </a:p>
          <a:p>
            <a:r>
              <a:rPr lang="it-IT" dirty="0">
                <a:latin typeface="Courier New" panose="02070309020205020404" pitchFamily="49" charset="0"/>
              </a:rPr>
              <a:t>    </a:t>
            </a:r>
            <a:r>
              <a:rPr lang="it-IT" dirty="0" err="1">
                <a:latin typeface="Courier New" panose="02070309020205020404" pitchFamily="49" charset="0"/>
              </a:rPr>
              <a:t>while</a:t>
            </a:r>
            <a:r>
              <a:rPr lang="it-IT" dirty="0">
                <a:latin typeface="Courier New" panose="02070309020205020404" pitchFamily="49" charset="0"/>
              </a:rPr>
              <a:t> (i != -1) {</a:t>
            </a:r>
          </a:p>
          <a:p>
            <a:r>
              <a:rPr lang="it-IT" dirty="0">
                <a:latin typeface="Courier New" panose="02070309020205020404" pitchFamily="49" charset="0"/>
              </a:rPr>
              <a:t>        </a:t>
            </a:r>
            <a:r>
              <a:rPr lang="it-IT" dirty="0" err="1">
                <a:latin typeface="Courier New" panose="02070309020205020404" pitchFamily="49" charset="0"/>
              </a:rPr>
              <a:t>cos.write</a:t>
            </a:r>
            <a:r>
              <a:rPr lang="it-IT" dirty="0">
                <a:latin typeface="Courier New" panose="02070309020205020404" pitchFamily="49" charset="0"/>
              </a:rPr>
              <a:t>(b, 0, i);</a:t>
            </a:r>
          </a:p>
          <a:p>
            <a:r>
              <a:rPr lang="it-IT" dirty="0">
                <a:latin typeface="Courier New" panose="02070309020205020404" pitchFamily="49" charset="0"/>
              </a:rPr>
              <a:t>        i = </a:t>
            </a:r>
            <a:r>
              <a:rPr lang="it-IT" dirty="0" err="1">
                <a:latin typeface="Courier New" panose="02070309020205020404" pitchFamily="49" charset="0"/>
              </a:rPr>
              <a:t>fis.read</a:t>
            </a:r>
            <a:r>
              <a:rPr lang="it-IT" dirty="0">
                <a:latin typeface="Courier New" panose="02070309020205020404" pitchFamily="49" charset="0"/>
              </a:rPr>
              <a:t>(b);</a:t>
            </a:r>
          </a:p>
          <a:p>
            <a:r>
              <a:rPr lang="it-IT" dirty="0">
                <a:latin typeface="Courier New" panose="02070309020205020404" pitchFamily="49" charset="0"/>
              </a:rPr>
              <a:t>    }</a:t>
            </a:r>
          </a:p>
          <a:p>
            <a:r>
              <a:rPr lang="it-IT" dirty="0">
                <a:latin typeface="Courier New" panose="02070309020205020404" pitchFamily="49" charset="0"/>
              </a:rPr>
              <a:t>}</a:t>
            </a:r>
            <a:br>
              <a:rPr lang="en-US" sz="2400" dirty="0"/>
            </a:br>
            <a:endParaRPr lang="it-IT" sz="2400" dirty="0"/>
          </a:p>
        </p:txBody>
      </p:sp>
    </p:spTree>
    <p:extLst>
      <p:ext uri="{BB962C8B-B14F-4D97-AF65-F5344CB8AC3E}">
        <p14:creationId xmlns:p14="http://schemas.microsoft.com/office/powerpoint/2010/main" val="40378184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F4090B-8A75-7242-7898-9CE8C0DFB421}"/>
              </a:ext>
            </a:extLst>
          </p:cNvPr>
          <p:cNvSpPr>
            <a:spLocks noGrp="1"/>
          </p:cNvSpPr>
          <p:nvPr>
            <p:ph type="title"/>
          </p:nvPr>
        </p:nvSpPr>
        <p:spPr/>
        <p:txBody>
          <a:bodyPr/>
          <a:lstStyle/>
          <a:p>
            <a:r>
              <a:rPr lang="it-IT" sz="3800" dirty="0"/>
              <a:t>Message Authentication Code (MAC)</a:t>
            </a:r>
          </a:p>
        </p:txBody>
      </p:sp>
      <p:sp>
        <p:nvSpPr>
          <p:cNvPr id="3" name="Segnaposto testo 2">
            <a:extLst>
              <a:ext uri="{FF2B5EF4-FFF2-40B4-BE49-F238E27FC236}">
                <a16:creationId xmlns:a16="http://schemas.microsoft.com/office/drawing/2014/main" id="{10E54DA9-D837-E7A2-66C3-3EF20316EA8E}"/>
              </a:ext>
            </a:extLst>
          </p:cNvPr>
          <p:cNvSpPr>
            <a:spLocks noGrp="1"/>
          </p:cNvSpPr>
          <p:nvPr>
            <p:ph type="body" sz="quarter" idx="11"/>
          </p:nvPr>
        </p:nvSpPr>
        <p:spPr/>
        <p:txBody>
          <a:bodyPr/>
          <a:lstStyle/>
          <a:p>
            <a:r>
              <a:rPr lang="en-US" sz="2400" dirty="0"/>
              <a:t>Similar to a MessageDigest, a MAC provides a way to check the integrity of information transmitted over or stored in an unreliable medium but includes a secret key in the calculation.</a:t>
            </a:r>
          </a:p>
          <a:p>
            <a:pPr marL="342900" indent="-342900">
              <a:buFont typeface="Arial" panose="020B0604020202020204" pitchFamily="34" charset="0"/>
              <a:buChar char="•"/>
            </a:pPr>
            <a:endParaRPr lang="en-US" sz="2400" dirty="0"/>
          </a:p>
          <a:p>
            <a:r>
              <a:rPr lang="en-US" sz="2400" dirty="0"/>
              <a:t>A MAC mechanism that is based on cryptographic hash functions is referred to as HMAC. HMAC can be used with any cryptographic hash function, e.g., SHA-256, in combination with a secret shared key.</a:t>
            </a:r>
            <a:endParaRPr lang="it-IT" sz="2400" dirty="0"/>
          </a:p>
        </p:txBody>
      </p:sp>
      <p:pic>
        <p:nvPicPr>
          <p:cNvPr id="2050" name="Picture 2" descr="Description of Figure 2-9 follows">
            <a:extLst>
              <a:ext uri="{FF2B5EF4-FFF2-40B4-BE49-F238E27FC236}">
                <a16:creationId xmlns:a16="http://schemas.microsoft.com/office/drawing/2014/main" id="{C5CC22B2-5B9A-766A-723D-687A6440B4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8826" y="4567795"/>
            <a:ext cx="5769598" cy="1909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1694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88DD61D-B5B2-F9AA-C1D0-12C3241E2CCA}"/>
              </a:ext>
            </a:extLst>
          </p:cNvPr>
          <p:cNvSpPr>
            <a:spLocks noGrp="1"/>
          </p:cNvSpPr>
          <p:nvPr>
            <p:ph type="title"/>
          </p:nvPr>
        </p:nvSpPr>
        <p:spPr/>
        <p:txBody>
          <a:bodyPr/>
          <a:lstStyle/>
          <a:p>
            <a:r>
              <a:rPr lang="it-IT" sz="3800" dirty="0" err="1"/>
              <a:t>Creating</a:t>
            </a:r>
            <a:r>
              <a:rPr lang="it-IT" sz="3800" dirty="0"/>
              <a:t> a Mac </a:t>
            </a:r>
            <a:r>
              <a:rPr lang="it-IT" sz="3800" dirty="0" err="1"/>
              <a:t>object</a:t>
            </a:r>
            <a:endParaRPr lang="it-IT" sz="3800" dirty="0"/>
          </a:p>
        </p:txBody>
      </p:sp>
      <p:sp>
        <p:nvSpPr>
          <p:cNvPr id="3" name="Segnaposto testo 2">
            <a:extLst>
              <a:ext uri="{FF2B5EF4-FFF2-40B4-BE49-F238E27FC236}">
                <a16:creationId xmlns:a16="http://schemas.microsoft.com/office/drawing/2014/main" id="{E86B674D-A12C-CF46-0C29-467F47C9DD4E}"/>
              </a:ext>
            </a:extLst>
          </p:cNvPr>
          <p:cNvSpPr>
            <a:spLocks noGrp="1"/>
          </p:cNvSpPr>
          <p:nvPr>
            <p:ph type="body" sz="quarter" idx="11"/>
          </p:nvPr>
        </p:nvSpPr>
        <p:spPr>
          <a:xfrm>
            <a:off x="527051" y="1412875"/>
            <a:ext cx="11233149" cy="2160141"/>
          </a:xfrm>
        </p:spPr>
        <p:txBody>
          <a:bodyPr/>
          <a:lstStyle/>
          <a:p>
            <a:pPr marL="342900" indent="-342900">
              <a:buFont typeface="Arial" panose="020B0604020202020204" pitchFamily="34" charset="0"/>
              <a:buChar char="•"/>
            </a:pPr>
            <a:r>
              <a:rPr lang="en-US" sz="2400" dirty="0"/>
              <a:t>Mac objects are obtained by using one of the Mac </a:t>
            </a:r>
            <a:r>
              <a:rPr lang="en-US" sz="2000" dirty="0">
                <a:latin typeface="Courier New" panose="02070309020205020404" pitchFamily="49" charset="0"/>
              </a:rPr>
              <a:t>getInstance() </a:t>
            </a:r>
            <a:r>
              <a:rPr lang="en-US" sz="2400" dirty="0"/>
              <a:t>static factory methods.</a:t>
            </a:r>
          </a:p>
          <a:p>
            <a:pPr marL="342900" indent="-342900">
              <a:buFont typeface="Arial" panose="020B0604020202020204" pitchFamily="34" charset="0"/>
              <a:buChar char="•"/>
            </a:pPr>
            <a:endParaRPr lang="en-US" sz="2400" dirty="0"/>
          </a:p>
          <a:p>
            <a:pPr algn="ctr"/>
            <a:r>
              <a:rPr lang="en-US" sz="2400" dirty="0" err="1">
                <a:highlight>
                  <a:srgbClr val="C0C0C0"/>
                </a:highlight>
                <a:latin typeface="Courier New" panose="02070309020205020404" pitchFamily="49" charset="0"/>
              </a:rPr>
              <a:t>Mac.getInstance</a:t>
            </a:r>
            <a:r>
              <a:rPr lang="en-US" sz="2400" dirty="0">
                <a:highlight>
                  <a:srgbClr val="C0C0C0"/>
                </a:highlight>
                <a:latin typeface="Courier New" panose="02070309020205020404" pitchFamily="49" charset="0"/>
              </a:rPr>
              <a:t>(“</a:t>
            </a:r>
            <a:r>
              <a:rPr lang="en-US" sz="2400" dirty="0" err="1">
                <a:highlight>
                  <a:srgbClr val="C0C0C0"/>
                </a:highlight>
                <a:latin typeface="Courier New" panose="02070309020205020404" pitchFamily="49" charset="0"/>
              </a:rPr>
              <a:t>algorithmName</a:t>
            </a:r>
            <a:r>
              <a:rPr lang="en-US" sz="2400" dirty="0">
                <a:highlight>
                  <a:srgbClr val="C0C0C0"/>
                </a:highlight>
                <a:latin typeface="Courier New" panose="02070309020205020404" pitchFamily="49" charset="0"/>
              </a:rPr>
              <a:t>”);</a:t>
            </a:r>
          </a:p>
          <a:p>
            <a:pPr algn="ctr"/>
            <a:endParaRPr lang="en-US" sz="2400" dirty="0">
              <a:highlight>
                <a:srgbClr val="C0C0C0"/>
              </a:highlight>
              <a:latin typeface="Courier New" panose="02070309020205020404" pitchFamily="49" charset="0"/>
            </a:endParaRPr>
          </a:p>
          <a:p>
            <a:endParaRPr lang="it-IT" sz="2400" dirty="0">
              <a:highlight>
                <a:srgbClr val="C0C0C0"/>
              </a:highlight>
              <a:latin typeface="Courier New" panose="02070309020205020404" pitchFamily="49" charset="0"/>
            </a:endParaRPr>
          </a:p>
        </p:txBody>
      </p:sp>
      <p:sp>
        <p:nvSpPr>
          <p:cNvPr id="4" name="CasellaDiTesto 3">
            <a:extLst>
              <a:ext uri="{FF2B5EF4-FFF2-40B4-BE49-F238E27FC236}">
                <a16:creationId xmlns:a16="http://schemas.microsoft.com/office/drawing/2014/main" id="{48D8E2B5-B42D-AC80-4AE5-D41151297B03}"/>
              </a:ext>
            </a:extLst>
          </p:cNvPr>
          <p:cNvSpPr txBox="1"/>
          <p:nvPr/>
        </p:nvSpPr>
        <p:spPr>
          <a:xfrm>
            <a:off x="532519" y="3813534"/>
            <a:ext cx="4032448" cy="2246769"/>
          </a:xfrm>
          <a:prstGeom prst="rect">
            <a:avLst/>
          </a:prstGeom>
          <a:noFill/>
        </p:spPr>
        <p:txBody>
          <a:bodyPr wrap="square" rtlCol="0">
            <a:spAutoFit/>
          </a:bodyPr>
          <a:lstStyle/>
          <a:p>
            <a:r>
              <a:rPr lang="en-US" sz="2000" dirty="0"/>
              <a:t>Examples of Mac algorithms are:</a:t>
            </a:r>
          </a:p>
          <a:p>
            <a:endParaRPr lang="en-US" sz="2000" dirty="0"/>
          </a:p>
          <a:p>
            <a:pPr marL="342900" indent="-342900">
              <a:buFont typeface="Arial" panose="020B0604020202020204" pitchFamily="34" charset="0"/>
              <a:buChar char="•"/>
            </a:pPr>
            <a:r>
              <a:rPr lang="en-US" sz="2000" dirty="0"/>
              <a:t>HmacMD5</a:t>
            </a:r>
          </a:p>
          <a:p>
            <a:pPr marL="342900" indent="-342900">
              <a:buFont typeface="Arial" panose="020B0604020202020204" pitchFamily="34" charset="0"/>
              <a:buChar char="•"/>
            </a:pPr>
            <a:r>
              <a:rPr lang="en-US" sz="2000" dirty="0"/>
              <a:t>HmacSHA1</a:t>
            </a:r>
          </a:p>
          <a:p>
            <a:pPr marL="342900" indent="-342900">
              <a:buFont typeface="Arial" panose="020B0604020202020204" pitchFamily="34" charset="0"/>
              <a:buChar char="•"/>
            </a:pPr>
            <a:r>
              <a:rPr lang="en-GB" sz="2000" dirty="0"/>
              <a:t>HmacSHA224</a:t>
            </a:r>
          </a:p>
          <a:p>
            <a:pPr marL="342900" indent="-342900">
              <a:buFont typeface="Arial" panose="020B0604020202020204" pitchFamily="34" charset="0"/>
              <a:buChar char="•"/>
            </a:pPr>
            <a:r>
              <a:rPr lang="en-GB" sz="2000" dirty="0"/>
              <a:t>HmacSHA256</a:t>
            </a:r>
          </a:p>
          <a:p>
            <a:pPr marL="342900" indent="-342900">
              <a:buFont typeface="Arial" panose="020B0604020202020204" pitchFamily="34" charset="0"/>
              <a:buChar char="•"/>
            </a:pPr>
            <a:r>
              <a:rPr lang="en-GB" sz="2000" dirty="0"/>
              <a:t>HmacSHA512</a:t>
            </a:r>
          </a:p>
        </p:txBody>
      </p:sp>
    </p:spTree>
    <p:extLst>
      <p:ext uri="{BB962C8B-B14F-4D97-AF65-F5344CB8AC3E}">
        <p14:creationId xmlns:p14="http://schemas.microsoft.com/office/powerpoint/2010/main" val="17281268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5FFA88-820E-F9B1-9EFC-CDC5E018FBC5}"/>
              </a:ext>
            </a:extLst>
          </p:cNvPr>
          <p:cNvSpPr>
            <a:spLocks noGrp="1"/>
          </p:cNvSpPr>
          <p:nvPr>
            <p:ph type="title"/>
          </p:nvPr>
        </p:nvSpPr>
        <p:spPr/>
        <p:txBody>
          <a:bodyPr/>
          <a:lstStyle/>
          <a:p>
            <a:r>
              <a:rPr lang="it-IT" sz="3800" dirty="0" err="1"/>
              <a:t>Initializing</a:t>
            </a:r>
            <a:r>
              <a:rPr lang="it-IT" sz="3800" dirty="0"/>
              <a:t> a Mac </a:t>
            </a:r>
            <a:r>
              <a:rPr lang="it-IT" sz="3800" dirty="0" err="1"/>
              <a:t>object</a:t>
            </a:r>
            <a:endParaRPr lang="it-IT" sz="3800" dirty="0"/>
          </a:p>
        </p:txBody>
      </p:sp>
      <p:sp>
        <p:nvSpPr>
          <p:cNvPr id="3" name="Segnaposto testo 2">
            <a:extLst>
              <a:ext uri="{FF2B5EF4-FFF2-40B4-BE49-F238E27FC236}">
                <a16:creationId xmlns:a16="http://schemas.microsoft.com/office/drawing/2014/main" id="{00C0A42D-48D3-7FE2-234C-363BA6E032EA}"/>
              </a:ext>
            </a:extLst>
          </p:cNvPr>
          <p:cNvSpPr>
            <a:spLocks noGrp="1"/>
          </p:cNvSpPr>
          <p:nvPr>
            <p:ph type="body" sz="quarter" idx="11"/>
          </p:nvPr>
        </p:nvSpPr>
        <p:spPr/>
        <p:txBody>
          <a:bodyPr/>
          <a:lstStyle/>
          <a:p>
            <a:r>
              <a:rPr lang="en-US" sz="2400" dirty="0"/>
              <a:t>A Mac object is always initialized with a (secret) key and may optionally be initialized with a set of parameters, depending on the underlying MAC algorithm.</a:t>
            </a:r>
          </a:p>
          <a:p>
            <a:endParaRPr lang="en-US" sz="2400" dirty="0"/>
          </a:p>
          <a:p>
            <a:pPr algn="ctr"/>
            <a:r>
              <a:rPr lang="en-US" sz="2400" dirty="0"/>
              <a:t> </a:t>
            </a:r>
            <a:r>
              <a:rPr lang="en-US" sz="2400" dirty="0">
                <a:highlight>
                  <a:srgbClr val="C0C0C0"/>
                </a:highlight>
                <a:latin typeface="Courier New" panose="02070309020205020404" pitchFamily="49" charset="0"/>
              </a:rPr>
              <a:t>public void </a:t>
            </a:r>
            <a:r>
              <a:rPr lang="en-US" sz="2400" dirty="0" err="1">
                <a:highlight>
                  <a:srgbClr val="C0C0C0"/>
                </a:highlight>
                <a:latin typeface="Courier New" panose="02070309020205020404" pitchFamily="49" charset="0"/>
              </a:rPr>
              <a:t>init</a:t>
            </a:r>
            <a:r>
              <a:rPr lang="en-US" sz="2400" dirty="0">
                <a:highlight>
                  <a:srgbClr val="C0C0C0"/>
                </a:highlight>
                <a:latin typeface="Courier New" panose="02070309020205020404" pitchFamily="49" charset="0"/>
              </a:rPr>
              <a:t>(Key key);</a:t>
            </a:r>
          </a:p>
          <a:p>
            <a:pPr algn="ctr"/>
            <a:endParaRPr lang="en-US" sz="2400" dirty="0"/>
          </a:p>
          <a:p>
            <a:pPr algn="ctr"/>
            <a:r>
              <a:rPr lang="en-US" sz="2400" dirty="0"/>
              <a:t>   </a:t>
            </a:r>
            <a:r>
              <a:rPr lang="en-US" sz="2400" dirty="0">
                <a:highlight>
                  <a:srgbClr val="C0C0C0"/>
                </a:highlight>
                <a:latin typeface="Courier New" panose="02070309020205020404" pitchFamily="49" charset="0"/>
              </a:rPr>
              <a:t>public void </a:t>
            </a:r>
            <a:r>
              <a:rPr lang="en-US" sz="2400" dirty="0" err="1">
                <a:highlight>
                  <a:srgbClr val="C0C0C0"/>
                </a:highlight>
                <a:latin typeface="Courier New" panose="02070309020205020404" pitchFamily="49" charset="0"/>
              </a:rPr>
              <a:t>init</a:t>
            </a:r>
            <a:r>
              <a:rPr lang="en-US" sz="2400" dirty="0">
                <a:highlight>
                  <a:srgbClr val="C0C0C0"/>
                </a:highlight>
                <a:latin typeface="Courier New" panose="02070309020205020404" pitchFamily="49" charset="0"/>
              </a:rPr>
              <a:t>(Key </a:t>
            </a:r>
            <a:r>
              <a:rPr lang="en-US" sz="2400" dirty="0" err="1">
                <a:highlight>
                  <a:srgbClr val="C0C0C0"/>
                </a:highlight>
                <a:latin typeface="Courier New" panose="02070309020205020404" pitchFamily="49" charset="0"/>
              </a:rPr>
              <a:t>key</a:t>
            </a:r>
            <a:r>
              <a:rPr lang="en-US" sz="2400" dirty="0">
                <a:highlight>
                  <a:srgbClr val="C0C0C0"/>
                </a:highlight>
                <a:latin typeface="Courier New" panose="02070309020205020404" pitchFamily="49" charset="0"/>
              </a:rPr>
              <a:t>, </a:t>
            </a:r>
            <a:r>
              <a:rPr lang="en-US" sz="2400" dirty="0" err="1">
                <a:highlight>
                  <a:srgbClr val="C0C0C0"/>
                </a:highlight>
                <a:latin typeface="Courier New" panose="02070309020205020404" pitchFamily="49" charset="0"/>
              </a:rPr>
              <a:t>AlgorithmParameterSpec</a:t>
            </a:r>
            <a:r>
              <a:rPr lang="en-US" sz="2400" dirty="0">
                <a:highlight>
                  <a:srgbClr val="C0C0C0"/>
                </a:highlight>
                <a:latin typeface="Courier New" panose="02070309020205020404" pitchFamily="49" charset="0"/>
              </a:rPr>
              <a:t> params);</a:t>
            </a:r>
            <a:endParaRPr lang="it-IT" sz="2400" dirty="0">
              <a:highlight>
                <a:srgbClr val="C0C0C0"/>
              </a:highlight>
              <a:latin typeface="Courier New" panose="02070309020205020404" pitchFamily="49" charset="0"/>
            </a:endParaRPr>
          </a:p>
        </p:txBody>
      </p:sp>
    </p:spTree>
    <p:extLst>
      <p:ext uri="{BB962C8B-B14F-4D97-AF65-F5344CB8AC3E}">
        <p14:creationId xmlns:p14="http://schemas.microsoft.com/office/powerpoint/2010/main" val="25675321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692C94-D7A9-2027-8955-95647DCFCF29}"/>
              </a:ext>
            </a:extLst>
          </p:cNvPr>
          <p:cNvSpPr>
            <a:spLocks noGrp="1"/>
          </p:cNvSpPr>
          <p:nvPr>
            <p:ph type="title"/>
          </p:nvPr>
        </p:nvSpPr>
        <p:spPr/>
        <p:txBody>
          <a:bodyPr/>
          <a:lstStyle/>
          <a:p>
            <a:r>
              <a:rPr lang="it-IT" sz="3800" dirty="0"/>
              <a:t>Using a Mac </a:t>
            </a:r>
            <a:r>
              <a:rPr lang="it-IT" sz="3800" dirty="0" err="1"/>
              <a:t>object</a:t>
            </a:r>
            <a:endParaRPr lang="it-IT" sz="3800" dirty="0"/>
          </a:p>
        </p:txBody>
      </p:sp>
      <p:sp>
        <p:nvSpPr>
          <p:cNvPr id="3" name="Segnaposto testo 2">
            <a:extLst>
              <a:ext uri="{FF2B5EF4-FFF2-40B4-BE49-F238E27FC236}">
                <a16:creationId xmlns:a16="http://schemas.microsoft.com/office/drawing/2014/main" id="{38404B3E-FF46-AAA1-E3F3-8C220406D089}"/>
              </a:ext>
            </a:extLst>
          </p:cNvPr>
          <p:cNvSpPr>
            <a:spLocks noGrp="1"/>
          </p:cNvSpPr>
          <p:nvPr>
            <p:ph type="body" sz="quarter" idx="11"/>
          </p:nvPr>
        </p:nvSpPr>
        <p:spPr/>
        <p:txBody>
          <a:bodyPr/>
          <a:lstStyle/>
          <a:p>
            <a:pPr marL="342900" indent="-342900">
              <a:buFont typeface="Arial" panose="020B0604020202020204" pitchFamily="34" charset="0"/>
              <a:buChar char="•"/>
            </a:pPr>
            <a:r>
              <a:rPr lang="en-US" sz="2400" dirty="0"/>
              <a:t>A MAC can be computed in one step or in multiple. A multiple-part operation is useful if you do not know in advance how long the data is going to be, or if the data is too long to be stored in memory all at once.</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latin typeface="Calibri" panose="020F0502020204030204" pitchFamily="34" charset="0"/>
              </a:rPr>
              <a:t>For </a:t>
            </a:r>
            <a:r>
              <a:rPr lang="en-GB" sz="2400" u="sng" dirty="0">
                <a:latin typeface="Calibri" panose="020F0502020204030204" pitchFamily="34" charset="0"/>
              </a:rPr>
              <a:t>one-shot operations</a:t>
            </a:r>
            <a:r>
              <a:rPr lang="en-GB" sz="2400" dirty="0">
                <a:latin typeface="Calibri" panose="020F0502020204030204" pitchFamily="34" charset="0"/>
              </a:rPr>
              <a:t> we use:</a:t>
            </a:r>
            <a:br>
              <a:rPr lang="en-GB" sz="2400" dirty="0">
                <a:latin typeface="Calibri" panose="020F0502020204030204" pitchFamily="34" charset="0"/>
              </a:rPr>
            </a:br>
            <a:r>
              <a:rPr lang="en-GB" sz="2400" dirty="0">
                <a:highlight>
                  <a:srgbClr val="C0C0C0"/>
                </a:highlight>
                <a:latin typeface="Courier New" panose="02070309020205020404" pitchFamily="49" charset="0"/>
              </a:rPr>
              <a:t>public byte[] </a:t>
            </a:r>
            <a:r>
              <a:rPr lang="en-GB" sz="2400" dirty="0" err="1">
                <a:highlight>
                  <a:srgbClr val="C0C0C0"/>
                </a:highlight>
                <a:latin typeface="Courier New" panose="02070309020205020404" pitchFamily="49" charset="0"/>
              </a:rPr>
              <a:t>doFinal</a:t>
            </a:r>
            <a:r>
              <a:rPr lang="en-GB" sz="2400" dirty="0">
                <a:highlight>
                  <a:srgbClr val="C0C0C0"/>
                </a:highlight>
                <a:latin typeface="Courier New" panose="02070309020205020404" pitchFamily="49" charset="0"/>
              </a:rPr>
              <a:t>(byte[] input);</a:t>
            </a:r>
          </a:p>
          <a:p>
            <a:pPr marL="342900" indent="-342900">
              <a:buFont typeface="Arial" panose="020B0604020202020204" pitchFamily="34" charset="0"/>
              <a:buChar char="•"/>
            </a:pPr>
            <a:endParaRPr lang="en-GB" sz="2400" dirty="0">
              <a:highlight>
                <a:srgbClr val="C0C0C0"/>
              </a:highlight>
              <a:latin typeface="Calibri" panose="020F0502020204030204" pitchFamily="34" charset="0"/>
            </a:endParaRPr>
          </a:p>
          <a:p>
            <a:pPr marL="342900" indent="-342900">
              <a:buFont typeface="Arial" panose="020B0604020202020204" pitchFamily="34" charset="0"/>
              <a:buChar char="•"/>
            </a:pPr>
            <a:r>
              <a:rPr lang="en-GB" sz="2400" dirty="0">
                <a:latin typeface="Calibri" panose="020F0502020204030204" pitchFamily="34" charset="0"/>
              </a:rPr>
              <a:t>For </a:t>
            </a:r>
            <a:r>
              <a:rPr lang="en-GB" sz="2400" u="sng" dirty="0">
                <a:latin typeface="Calibri" panose="020F0502020204030204" pitchFamily="34" charset="0"/>
              </a:rPr>
              <a:t>multi-part operations</a:t>
            </a:r>
            <a:r>
              <a:rPr lang="en-GB" sz="2400" dirty="0">
                <a:latin typeface="Calibri" panose="020F0502020204030204" pitchFamily="34" charset="0"/>
              </a:rPr>
              <a:t>, assuming we have </a:t>
            </a:r>
            <a:r>
              <a:rPr lang="en-GB" sz="2400" dirty="0">
                <a:latin typeface="Courier New" panose="02070309020205020404" pitchFamily="49" charset="0"/>
              </a:rPr>
              <a:t>n</a:t>
            </a:r>
            <a:r>
              <a:rPr lang="en-GB" sz="2400" dirty="0">
                <a:latin typeface="Calibri" panose="020F0502020204030204" pitchFamily="34" charset="0"/>
              </a:rPr>
              <a:t> parts:</a:t>
            </a:r>
            <a:br>
              <a:rPr lang="en-GB" sz="2400" dirty="0">
                <a:latin typeface="Calibri" panose="020F0502020204030204" pitchFamily="34" charset="0"/>
              </a:rPr>
            </a:br>
            <a:r>
              <a:rPr lang="en-GB" sz="2400" dirty="0">
                <a:highlight>
                  <a:srgbClr val="C0C0C0"/>
                </a:highlight>
                <a:latin typeface="Courier New" panose="02070309020205020404" pitchFamily="49" charset="0"/>
              </a:rPr>
              <a:t>public void update(byte[] input); // for n-1 parts</a:t>
            </a:r>
            <a:br>
              <a:rPr lang="en-GB" sz="2400" dirty="0">
                <a:latin typeface="Courier New" panose="02070309020205020404" pitchFamily="49" charset="0"/>
              </a:rPr>
            </a:br>
            <a:r>
              <a:rPr lang="en-GB" sz="2400" dirty="0">
                <a:highlight>
                  <a:srgbClr val="C0C0C0"/>
                </a:highlight>
                <a:latin typeface="Courier New" panose="02070309020205020404" pitchFamily="49" charset="0"/>
              </a:rPr>
              <a:t>public byte[] </a:t>
            </a:r>
            <a:r>
              <a:rPr lang="en-GB" sz="2400" dirty="0" err="1">
                <a:highlight>
                  <a:srgbClr val="C0C0C0"/>
                </a:highlight>
                <a:latin typeface="Courier New" panose="02070309020205020404" pitchFamily="49" charset="0"/>
              </a:rPr>
              <a:t>doFinal</a:t>
            </a:r>
            <a:r>
              <a:rPr lang="en-GB" sz="2400" dirty="0">
                <a:highlight>
                  <a:srgbClr val="C0C0C0"/>
                </a:highlight>
                <a:latin typeface="Courier New" panose="02070309020205020404" pitchFamily="49" charset="0"/>
              </a:rPr>
              <a:t>(byte[] input);// for last part</a:t>
            </a:r>
          </a:p>
          <a:p>
            <a:endParaRPr lang="it-IT" sz="2400" dirty="0"/>
          </a:p>
        </p:txBody>
      </p:sp>
    </p:spTree>
    <p:extLst>
      <p:ext uri="{BB962C8B-B14F-4D97-AF65-F5344CB8AC3E}">
        <p14:creationId xmlns:p14="http://schemas.microsoft.com/office/powerpoint/2010/main" val="2124561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381B60F-DC3C-FD71-44CA-B374A1BDD6DD}"/>
              </a:ext>
            </a:extLst>
          </p:cNvPr>
          <p:cNvSpPr>
            <a:spLocks noGrp="1"/>
          </p:cNvSpPr>
          <p:nvPr>
            <p:ph type="title"/>
          </p:nvPr>
        </p:nvSpPr>
        <p:spPr/>
        <p:txBody>
          <a:bodyPr/>
          <a:lstStyle/>
          <a:p>
            <a:r>
              <a:rPr lang="it-IT" sz="3800" dirty="0" err="1"/>
              <a:t>Attach</a:t>
            </a:r>
            <a:r>
              <a:rPr lang="it-IT" sz="3800" dirty="0"/>
              <a:t> the MAC</a:t>
            </a:r>
          </a:p>
        </p:txBody>
      </p:sp>
      <p:sp>
        <p:nvSpPr>
          <p:cNvPr id="3" name="Segnaposto testo 2">
            <a:extLst>
              <a:ext uri="{FF2B5EF4-FFF2-40B4-BE49-F238E27FC236}">
                <a16:creationId xmlns:a16="http://schemas.microsoft.com/office/drawing/2014/main" id="{EF5BBC70-E3E7-0F9B-198C-1F2AAD905E52}"/>
              </a:ext>
            </a:extLst>
          </p:cNvPr>
          <p:cNvSpPr>
            <a:spLocks noGrp="1"/>
          </p:cNvSpPr>
          <p:nvPr>
            <p:ph type="body" sz="quarter" idx="11"/>
          </p:nvPr>
        </p:nvSpPr>
        <p:spPr/>
        <p:txBody>
          <a:bodyPr/>
          <a:lstStyle/>
          <a:p>
            <a:pPr marL="342900" indent="-342900">
              <a:buFont typeface="Arial" panose="020B0604020202020204" pitchFamily="34" charset="0"/>
              <a:buChar char="•"/>
            </a:pPr>
            <a:r>
              <a:rPr lang="en-US" sz="2400" dirty="0"/>
              <a:t>JCA </a:t>
            </a:r>
            <a:r>
              <a:rPr lang="en-US" sz="2400" b="1" u="sng" dirty="0"/>
              <a:t>does not </a:t>
            </a:r>
            <a:r>
              <a:rPr lang="en-US" sz="2400" dirty="0"/>
              <a:t>handle the attachment of the MAC to the message sent on the sender side, nor the verification of the MAC on the recipient side. </a:t>
            </a:r>
            <a:r>
              <a:rPr lang="en-US" sz="2400" b="1" u="sng" dirty="0"/>
              <a:t>It must be handled by the developer.</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GCM is the only exception (we will see it later).</a:t>
            </a:r>
            <a:endParaRPr lang="it-IT" sz="2400" dirty="0"/>
          </a:p>
        </p:txBody>
      </p:sp>
      <p:pic>
        <p:nvPicPr>
          <p:cNvPr id="6146" name="Picture 2" descr="Message Authentication">
            <a:extLst>
              <a:ext uri="{FF2B5EF4-FFF2-40B4-BE49-F238E27FC236}">
                <a16:creationId xmlns:a16="http://schemas.microsoft.com/office/drawing/2014/main" id="{109B3973-90E3-069F-5F3A-053DF98F01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3423" y="3573065"/>
            <a:ext cx="8245153" cy="3067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3031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69820A0-69AB-4FFA-B01D-C41295335312}"/>
              </a:ext>
            </a:extLst>
          </p:cNvPr>
          <p:cNvSpPr>
            <a:spLocks noGrp="1"/>
          </p:cNvSpPr>
          <p:nvPr>
            <p:ph type="title"/>
          </p:nvPr>
        </p:nvSpPr>
        <p:spPr/>
        <p:txBody>
          <a:bodyPr/>
          <a:lstStyle/>
          <a:p>
            <a:r>
              <a:rPr lang="it-IT" sz="3800" dirty="0"/>
              <a:t>How to combine </a:t>
            </a:r>
            <a:r>
              <a:rPr lang="it-IT" sz="3800" dirty="0" err="1"/>
              <a:t>Cipher</a:t>
            </a:r>
            <a:r>
              <a:rPr lang="it-IT" sz="3800" dirty="0"/>
              <a:t> and MAC?</a:t>
            </a:r>
          </a:p>
        </p:txBody>
      </p:sp>
      <p:sp>
        <p:nvSpPr>
          <p:cNvPr id="3" name="Segnaposto testo 2">
            <a:extLst>
              <a:ext uri="{FF2B5EF4-FFF2-40B4-BE49-F238E27FC236}">
                <a16:creationId xmlns:a16="http://schemas.microsoft.com/office/drawing/2014/main" id="{B90612DE-EF56-AE84-1FCB-663F14E40A78}"/>
              </a:ext>
            </a:extLst>
          </p:cNvPr>
          <p:cNvSpPr>
            <a:spLocks noGrp="1"/>
          </p:cNvSpPr>
          <p:nvPr>
            <p:ph type="body" sz="quarter" idx="11"/>
          </p:nvPr>
        </p:nvSpPr>
        <p:spPr/>
        <p:txBody>
          <a:bodyPr/>
          <a:lstStyle/>
          <a:p>
            <a:r>
              <a:rPr lang="it-IT" sz="2400" dirty="0"/>
              <a:t>The </a:t>
            </a:r>
            <a:r>
              <a:rPr lang="it-IT" sz="2400" dirty="0" err="1"/>
              <a:t>most</a:t>
            </a:r>
            <a:r>
              <a:rPr lang="it-IT" sz="2400" dirty="0"/>
              <a:t> common ways to combine </a:t>
            </a:r>
            <a:r>
              <a:rPr lang="it-IT" sz="2400" dirty="0" err="1"/>
              <a:t>Encryption</a:t>
            </a:r>
            <a:r>
              <a:rPr lang="it-IT" sz="2400" dirty="0"/>
              <a:t> and Mac are:</a:t>
            </a:r>
          </a:p>
          <a:p>
            <a:endParaRPr lang="it-IT" sz="2400" dirty="0"/>
          </a:p>
          <a:p>
            <a:pPr marL="457200" indent="-457200">
              <a:buFont typeface="+mj-lt"/>
              <a:buAutoNum type="arabicPeriod"/>
            </a:pPr>
            <a:r>
              <a:rPr lang="it-IT" sz="2400" dirty="0" err="1"/>
              <a:t>Encrypt</a:t>
            </a:r>
            <a:r>
              <a:rPr lang="it-IT" sz="2400" dirty="0"/>
              <a:t>-and-MAC</a:t>
            </a:r>
          </a:p>
          <a:p>
            <a:pPr marL="457200" indent="-457200">
              <a:buFont typeface="+mj-lt"/>
              <a:buAutoNum type="arabicPeriod"/>
            </a:pPr>
            <a:endParaRPr lang="it-IT" sz="2400" dirty="0"/>
          </a:p>
          <a:p>
            <a:pPr marL="457200" indent="-457200">
              <a:buFont typeface="+mj-lt"/>
              <a:buAutoNum type="arabicPeriod"/>
            </a:pPr>
            <a:r>
              <a:rPr lang="it-IT" sz="2400" dirty="0"/>
              <a:t>Mac-</a:t>
            </a:r>
            <a:r>
              <a:rPr lang="it-IT" sz="2400" dirty="0" err="1"/>
              <a:t>then</a:t>
            </a:r>
            <a:r>
              <a:rPr lang="it-IT" sz="2400" dirty="0"/>
              <a:t>-</a:t>
            </a:r>
            <a:r>
              <a:rPr lang="it-IT" sz="2400" dirty="0" err="1"/>
              <a:t>Encrypt</a:t>
            </a:r>
            <a:endParaRPr lang="it-IT" sz="2400" dirty="0"/>
          </a:p>
          <a:p>
            <a:pPr marL="457200" indent="-457200">
              <a:buFont typeface="+mj-lt"/>
              <a:buAutoNum type="arabicPeriod"/>
            </a:pPr>
            <a:endParaRPr lang="it-IT" sz="2400" dirty="0"/>
          </a:p>
          <a:p>
            <a:pPr marL="457200" indent="-457200">
              <a:buFont typeface="+mj-lt"/>
              <a:buAutoNum type="arabicPeriod"/>
            </a:pPr>
            <a:r>
              <a:rPr lang="it-IT" sz="2400" b="1" dirty="0" err="1"/>
              <a:t>Encrypt</a:t>
            </a:r>
            <a:r>
              <a:rPr lang="it-IT" sz="2400" b="1" dirty="0"/>
              <a:t>-</a:t>
            </a:r>
            <a:r>
              <a:rPr lang="it-IT" sz="2400" b="1" dirty="0" err="1"/>
              <a:t>then</a:t>
            </a:r>
            <a:r>
              <a:rPr lang="it-IT" sz="2400" b="1" dirty="0"/>
              <a:t>-MAC</a:t>
            </a:r>
          </a:p>
        </p:txBody>
      </p:sp>
      <p:sp>
        <p:nvSpPr>
          <p:cNvPr id="4" name="CasellaDiTesto 3">
            <a:extLst>
              <a:ext uri="{FF2B5EF4-FFF2-40B4-BE49-F238E27FC236}">
                <a16:creationId xmlns:a16="http://schemas.microsoft.com/office/drawing/2014/main" id="{04021057-8FD0-E63A-73B1-DD39608334E6}"/>
              </a:ext>
            </a:extLst>
          </p:cNvPr>
          <p:cNvSpPr txBox="1"/>
          <p:nvPr/>
        </p:nvSpPr>
        <p:spPr>
          <a:xfrm>
            <a:off x="658850" y="5548590"/>
            <a:ext cx="10969549" cy="369332"/>
          </a:xfrm>
          <a:prstGeom prst="rect">
            <a:avLst/>
          </a:prstGeom>
          <a:noFill/>
        </p:spPr>
        <p:txBody>
          <a:bodyPr wrap="square" rtlCol="0">
            <a:spAutoFit/>
          </a:bodyPr>
          <a:lstStyle/>
          <a:p>
            <a:pPr algn="ctr"/>
            <a:r>
              <a:rPr lang="it-IT" dirty="0" err="1">
                <a:solidFill>
                  <a:srgbClr val="FF0000"/>
                </a:solidFill>
              </a:rPr>
              <a:t>Encryption</a:t>
            </a:r>
            <a:r>
              <a:rPr lang="it-IT" dirty="0">
                <a:solidFill>
                  <a:srgbClr val="FF0000"/>
                </a:solidFill>
              </a:rPr>
              <a:t> and MAC use </a:t>
            </a:r>
            <a:r>
              <a:rPr lang="it-IT" dirty="0" err="1">
                <a:solidFill>
                  <a:srgbClr val="FF0000"/>
                </a:solidFill>
              </a:rPr>
              <a:t>two</a:t>
            </a:r>
            <a:r>
              <a:rPr lang="it-IT" dirty="0">
                <a:solidFill>
                  <a:srgbClr val="FF0000"/>
                </a:solidFill>
              </a:rPr>
              <a:t> </a:t>
            </a:r>
            <a:r>
              <a:rPr lang="it-IT" dirty="0" err="1">
                <a:solidFill>
                  <a:srgbClr val="FF0000"/>
                </a:solidFill>
              </a:rPr>
              <a:t>different</a:t>
            </a:r>
            <a:r>
              <a:rPr lang="it-IT" dirty="0">
                <a:solidFill>
                  <a:srgbClr val="FF0000"/>
                </a:solidFill>
              </a:rPr>
              <a:t> keys.</a:t>
            </a:r>
          </a:p>
        </p:txBody>
      </p:sp>
    </p:spTree>
    <p:extLst>
      <p:ext uri="{BB962C8B-B14F-4D97-AF65-F5344CB8AC3E}">
        <p14:creationId xmlns:p14="http://schemas.microsoft.com/office/powerpoint/2010/main" val="838401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63FEB-934F-6C8A-3E24-68F017E6AA7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A30EFC4-F1FD-36EB-A91D-56F19C03FC70}"/>
              </a:ext>
            </a:extLst>
          </p:cNvPr>
          <p:cNvSpPr>
            <a:spLocks noGrp="1"/>
          </p:cNvSpPr>
          <p:nvPr>
            <p:ph type="title"/>
          </p:nvPr>
        </p:nvSpPr>
        <p:spPr/>
        <p:txBody>
          <a:bodyPr/>
          <a:lstStyle/>
          <a:p>
            <a:r>
              <a:rPr lang="it-IT" sz="3800" dirty="0" err="1"/>
              <a:t>Encrypt</a:t>
            </a:r>
            <a:r>
              <a:rPr lang="it-IT" sz="3800" dirty="0"/>
              <a:t>-and-MAC</a:t>
            </a:r>
          </a:p>
        </p:txBody>
      </p:sp>
      <p:sp>
        <p:nvSpPr>
          <p:cNvPr id="3" name="Segnaposto testo 2">
            <a:extLst>
              <a:ext uri="{FF2B5EF4-FFF2-40B4-BE49-F238E27FC236}">
                <a16:creationId xmlns:a16="http://schemas.microsoft.com/office/drawing/2014/main" id="{2495ADAA-6024-2C2E-F39E-72CDBF39A950}"/>
              </a:ext>
            </a:extLst>
          </p:cNvPr>
          <p:cNvSpPr>
            <a:spLocks noGrp="1"/>
          </p:cNvSpPr>
          <p:nvPr>
            <p:ph type="body" sz="quarter" idx="11"/>
          </p:nvPr>
        </p:nvSpPr>
        <p:spPr>
          <a:xfrm>
            <a:off x="527051" y="1412875"/>
            <a:ext cx="8305253" cy="4320381"/>
          </a:xfrm>
        </p:spPr>
        <p:txBody>
          <a:bodyPr/>
          <a:lstStyle/>
          <a:p>
            <a:pPr marL="342900" indent="-342900">
              <a:buFont typeface="Arial" panose="020B0604020202020204" pitchFamily="34" charset="0"/>
              <a:buChar char="•"/>
            </a:pPr>
            <a:r>
              <a:rPr lang="en-US" sz="2400" dirty="0"/>
              <a:t>The message is first encrypted, and a MAC is simultaneously calculated on the plaintext. Both are transmitted.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MAC algorithm is not supposed to maintain confidentiality about the message.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same message sent twice will produce the same MAC and this would be visible.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Encrypt-and-MAC was used in SSH, until version 6.7.</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u="sng" dirty="0">
                <a:solidFill>
                  <a:srgbClr val="FF0000"/>
                </a:solidFill>
              </a:rPr>
              <a:t>DO NOT USE IT!</a:t>
            </a:r>
          </a:p>
        </p:txBody>
      </p:sp>
      <p:pic>
        <p:nvPicPr>
          <p:cNvPr id="7170" name="Picture 2" descr="Authenticated encryption — 🧠 SuperKogito documentation">
            <a:extLst>
              <a:ext uri="{FF2B5EF4-FFF2-40B4-BE49-F238E27FC236}">
                <a16:creationId xmlns:a16="http://schemas.microsoft.com/office/drawing/2014/main" id="{218BAD07-5997-29E1-35C8-DC23B7594C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0375"/>
          <a:stretch>
            <a:fillRect/>
          </a:stretch>
        </p:blipFill>
        <p:spPr bwMode="auto">
          <a:xfrm>
            <a:off x="8951913" y="1510902"/>
            <a:ext cx="3036218" cy="412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389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4C6F5-A309-7AA1-DFA6-C4D931E643B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791DF14-1DCD-16EF-7464-005DDBEC24BB}"/>
              </a:ext>
            </a:extLst>
          </p:cNvPr>
          <p:cNvSpPr>
            <a:spLocks noGrp="1"/>
          </p:cNvSpPr>
          <p:nvPr>
            <p:ph type="title"/>
          </p:nvPr>
        </p:nvSpPr>
        <p:spPr/>
        <p:txBody>
          <a:bodyPr/>
          <a:lstStyle/>
          <a:p>
            <a:r>
              <a:rPr lang="it-IT" sz="3800" dirty="0"/>
              <a:t>MAC-</a:t>
            </a:r>
            <a:r>
              <a:rPr lang="it-IT" sz="3800" dirty="0" err="1"/>
              <a:t>then</a:t>
            </a:r>
            <a:r>
              <a:rPr lang="it-IT" sz="3800" dirty="0"/>
              <a:t>-</a:t>
            </a:r>
            <a:r>
              <a:rPr lang="it-IT" sz="3800" dirty="0" err="1"/>
              <a:t>Encrypt</a:t>
            </a:r>
            <a:endParaRPr lang="it-IT" sz="3800" dirty="0"/>
          </a:p>
        </p:txBody>
      </p:sp>
      <p:sp>
        <p:nvSpPr>
          <p:cNvPr id="3" name="Segnaposto testo 2">
            <a:extLst>
              <a:ext uri="{FF2B5EF4-FFF2-40B4-BE49-F238E27FC236}">
                <a16:creationId xmlns:a16="http://schemas.microsoft.com/office/drawing/2014/main" id="{BBB9266C-6C8E-C12F-B5FB-5BE16E331417}"/>
              </a:ext>
            </a:extLst>
          </p:cNvPr>
          <p:cNvSpPr>
            <a:spLocks noGrp="1"/>
          </p:cNvSpPr>
          <p:nvPr>
            <p:ph type="body" sz="quarter" idx="11"/>
          </p:nvPr>
        </p:nvSpPr>
        <p:spPr>
          <a:xfrm>
            <a:off x="527051" y="1412875"/>
            <a:ext cx="8521277" cy="4320381"/>
          </a:xfrm>
        </p:spPr>
        <p:txBody>
          <a:bodyPr/>
          <a:lstStyle/>
          <a:p>
            <a:pPr marL="342900" indent="-342900">
              <a:buFont typeface="Arial" panose="020B0604020202020204" pitchFamily="34" charset="0"/>
              <a:buChar char="•"/>
            </a:pPr>
            <a:r>
              <a:rPr lang="en-US" sz="2400" dirty="0"/>
              <a:t>A MAC is computed on the plaintext, appended, and then the entire package is encrypted.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i="1" dirty="0"/>
              <a:t>Doom principle</a:t>
            </a:r>
            <a:r>
              <a:rPr lang="en-US" sz="2400" dirty="0"/>
              <a:t>: if you have to perform any cryptographic operation before verifying the MAC on a message you’ve received, it will somehow inevitably lead to doom.</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receiver must decrypt the data before verifying the MAC, allowing potential attackers to send arbitrary messages and exploit decryption errors (</a:t>
            </a:r>
            <a:r>
              <a:rPr lang="en-US" sz="2400" i="1" dirty="0">
                <a:solidFill>
                  <a:srgbClr val="FF0000"/>
                </a:solidFill>
              </a:rPr>
              <a:t>padding oracles</a:t>
            </a:r>
            <a:r>
              <a:rPr lang="en-US" sz="2400" dirty="0"/>
              <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Historically used in SSL/TLS before 1.2. </a:t>
            </a:r>
            <a:r>
              <a:rPr lang="en-US" sz="2400" b="1" u="sng" dirty="0">
                <a:solidFill>
                  <a:srgbClr val="FF0000"/>
                </a:solidFill>
              </a:rPr>
              <a:t>DO NOT USE IT!</a:t>
            </a:r>
            <a:endParaRPr lang="it-IT" sz="2400" b="1" u="sng" dirty="0">
              <a:solidFill>
                <a:srgbClr val="FF0000"/>
              </a:solidFill>
            </a:endParaRPr>
          </a:p>
        </p:txBody>
      </p:sp>
      <p:pic>
        <p:nvPicPr>
          <p:cNvPr id="8194" name="Picture 2" descr="Authenticated encryption — 🧠 SuperKogito documentation">
            <a:extLst>
              <a:ext uri="{FF2B5EF4-FFF2-40B4-BE49-F238E27FC236}">
                <a16:creationId xmlns:a16="http://schemas.microsoft.com/office/drawing/2014/main" id="{8B354AEC-E5C2-4633-6FC1-1103EF46CC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46" r="32435"/>
          <a:stretch>
            <a:fillRect/>
          </a:stretch>
        </p:blipFill>
        <p:spPr bwMode="auto">
          <a:xfrm>
            <a:off x="8868657" y="1510902"/>
            <a:ext cx="3312368" cy="412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8612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7426FCA-D80D-837A-A53A-2258E913047E}"/>
              </a:ext>
            </a:extLst>
          </p:cNvPr>
          <p:cNvSpPr>
            <a:spLocks noGrp="1"/>
          </p:cNvSpPr>
          <p:nvPr>
            <p:ph type="title"/>
          </p:nvPr>
        </p:nvSpPr>
        <p:spPr/>
        <p:txBody>
          <a:bodyPr/>
          <a:lstStyle/>
          <a:p>
            <a:r>
              <a:rPr lang="it-IT" sz="3800" dirty="0" err="1"/>
              <a:t>Padding</a:t>
            </a:r>
            <a:r>
              <a:rPr lang="it-IT" sz="3800" dirty="0"/>
              <a:t> Oracle Attack (1)</a:t>
            </a:r>
          </a:p>
        </p:txBody>
      </p:sp>
      <p:sp>
        <p:nvSpPr>
          <p:cNvPr id="3" name="Segnaposto testo 2">
            <a:extLst>
              <a:ext uri="{FF2B5EF4-FFF2-40B4-BE49-F238E27FC236}">
                <a16:creationId xmlns:a16="http://schemas.microsoft.com/office/drawing/2014/main" id="{C9D10E01-0B1F-AD2E-304A-A6CD65A82151}"/>
              </a:ext>
            </a:extLst>
          </p:cNvPr>
          <p:cNvSpPr>
            <a:spLocks noGrp="1"/>
          </p:cNvSpPr>
          <p:nvPr>
            <p:ph type="body" sz="quarter" idx="11"/>
          </p:nvPr>
        </p:nvSpPr>
        <p:spPr>
          <a:xfrm>
            <a:off x="527051" y="1412875"/>
            <a:ext cx="11233149" cy="4752429"/>
          </a:xfrm>
        </p:spPr>
        <p:txBody>
          <a:bodyPr/>
          <a:lstStyle/>
          <a:p>
            <a:pPr marL="342900" indent="-342900">
              <a:buFont typeface="Arial" panose="020B0604020202020204" pitchFamily="34" charset="0"/>
              <a:buChar char="•"/>
            </a:pPr>
            <a:r>
              <a:rPr lang="it-IT" sz="2400" dirty="0"/>
              <a:t>TLS </a:t>
            </a:r>
            <a:r>
              <a:rPr lang="it-IT" sz="2400" dirty="0" err="1"/>
              <a:t>used</a:t>
            </a:r>
            <a:r>
              <a:rPr lang="it-IT" sz="2400" dirty="0"/>
              <a:t> MAC-</a:t>
            </a:r>
            <a:r>
              <a:rPr lang="it-IT" sz="2400" dirty="0" err="1"/>
              <a:t>then</a:t>
            </a:r>
            <a:r>
              <a:rPr lang="it-IT" sz="2400" dirty="0"/>
              <a:t>-</a:t>
            </a:r>
            <a:r>
              <a:rPr lang="it-IT" sz="2400" dirty="0" err="1"/>
              <a:t>encrypt</a:t>
            </a:r>
            <a:r>
              <a:rPr lang="it-IT" sz="2400" dirty="0"/>
              <a:t> with AES-CBC. </a:t>
            </a:r>
            <a:r>
              <a:rPr lang="it-IT" sz="2400" i="1" dirty="0" err="1"/>
              <a:t>Why</a:t>
            </a:r>
            <a:r>
              <a:rPr lang="it-IT" sz="2400" i="1" dirty="0"/>
              <a:t> is </a:t>
            </a:r>
            <a:r>
              <a:rPr lang="it-IT" sz="2400" i="1" dirty="0" err="1"/>
              <a:t>it</a:t>
            </a:r>
            <a:r>
              <a:rPr lang="it-IT" sz="2400" i="1" dirty="0"/>
              <a:t> </a:t>
            </a:r>
            <a:r>
              <a:rPr lang="it-IT" sz="2400" i="1" dirty="0" err="1"/>
              <a:t>dangerous</a:t>
            </a:r>
            <a:r>
              <a:rPr lang="it-IT" sz="2400" i="1" dirty="0"/>
              <a:t>?</a:t>
            </a:r>
          </a:p>
          <a:p>
            <a:pPr marL="342900" indent="-342900">
              <a:buFont typeface="Arial" panose="020B0604020202020204" pitchFamily="34" charset="0"/>
              <a:buChar char="•"/>
            </a:pPr>
            <a:endParaRPr lang="it-IT" sz="2400" i="1" dirty="0"/>
          </a:p>
          <a:p>
            <a:pPr marL="342900" indent="-342900">
              <a:buFont typeface="Arial" panose="020B0604020202020204" pitchFamily="34" charset="0"/>
              <a:buChar char="•"/>
            </a:pPr>
            <a:r>
              <a:rPr lang="it-IT" sz="2400" dirty="0" err="1"/>
              <a:t>When</a:t>
            </a:r>
            <a:r>
              <a:rPr lang="it-IT" sz="2400" dirty="0"/>
              <a:t> the </a:t>
            </a:r>
            <a:r>
              <a:rPr lang="it-IT" sz="2400" dirty="0" err="1"/>
              <a:t>block</a:t>
            </a:r>
            <a:r>
              <a:rPr lang="it-IT" sz="2400" dirty="0"/>
              <a:t> </a:t>
            </a:r>
            <a:r>
              <a:rPr lang="it-IT" sz="2400" dirty="0" err="1"/>
              <a:t>doesn’t</a:t>
            </a:r>
            <a:r>
              <a:rPr lang="it-IT" sz="2400" dirty="0"/>
              <a:t> </a:t>
            </a:r>
            <a:r>
              <a:rPr lang="it-IT" sz="2400" dirty="0" err="1"/>
              <a:t>fit</a:t>
            </a:r>
            <a:r>
              <a:rPr lang="it-IT" sz="2400" dirty="0"/>
              <a:t> the </a:t>
            </a:r>
            <a:r>
              <a:rPr lang="it-IT" sz="2400" dirty="0" err="1"/>
              <a:t>block</a:t>
            </a:r>
            <a:r>
              <a:rPr lang="it-IT" sz="2400" dirty="0"/>
              <a:t> size, </a:t>
            </a:r>
            <a:r>
              <a:rPr lang="it-IT" sz="2400" dirty="0" err="1"/>
              <a:t>it</a:t>
            </a:r>
            <a:r>
              <a:rPr lang="it-IT" sz="2400" dirty="0"/>
              <a:t> is </a:t>
            </a:r>
            <a:r>
              <a:rPr lang="it-IT" sz="2400" dirty="0" err="1"/>
              <a:t>padded</a:t>
            </a:r>
            <a:r>
              <a:rPr lang="it-IT" sz="2400" dirty="0"/>
              <a:t>. </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it-IT" sz="2400" b="1" u="sng" dirty="0" err="1"/>
              <a:t>What</a:t>
            </a:r>
            <a:r>
              <a:rPr lang="it-IT" sz="2400" b="1" u="sng" dirty="0"/>
              <a:t> </a:t>
            </a:r>
            <a:r>
              <a:rPr lang="it-IT" sz="2400" b="1" u="sng" dirty="0" err="1"/>
              <a:t>if</a:t>
            </a:r>
            <a:r>
              <a:rPr lang="it-IT" sz="2400" b="1" u="sng" dirty="0"/>
              <a:t> an </a:t>
            </a:r>
            <a:r>
              <a:rPr lang="it-IT" sz="2400" b="1" u="sng" dirty="0" err="1"/>
              <a:t>attacker</a:t>
            </a:r>
            <a:r>
              <a:rPr lang="it-IT" sz="2400" b="1" u="sng" dirty="0"/>
              <a:t> can </a:t>
            </a:r>
            <a:r>
              <a:rPr lang="it-IT" sz="2400" b="1" u="sng" dirty="0" err="1"/>
              <a:t>understand</a:t>
            </a:r>
            <a:r>
              <a:rPr lang="it-IT" sz="2400" b="1" u="sng" dirty="0"/>
              <a:t> </a:t>
            </a:r>
            <a:r>
              <a:rPr lang="it-IT" sz="2400" b="1" u="sng" dirty="0" err="1"/>
              <a:t>if</a:t>
            </a:r>
            <a:r>
              <a:rPr lang="it-IT" sz="2400" b="1" u="sng" dirty="0"/>
              <a:t> a </a:t>
            </a:r>
            <a:r>
              <a:rPr lang="it-IT" sz="2400" b="1" u="sng" dirty="0" err="1"/>
              <a:t>packet</a:t>
            </a:r>
            <a:r>
              <a:rPr lang="it-IT" sz="2400" b="1" u="sng" dirty="0"/>
              <a:t> </a:t>
            </a:r>
            <a:r>
              <a:rPr lang="it-IT" sz="2400" b="1" u="sng" dirty="0" err="1"/>
              <a:t>that</a:t>
            </a:r>
            <a:r>
              <a:rPr lang="it-IT" sz="2400" b="1" u="sng" dirty="0"/>
              <a:t> </a:t>
            </a:r>
            <a:r>
              <a:rPr lang="it-IT" sz="2400" b="1" u="sng" dirty="0" err="1"/>
              <a:t>has</a:t>
            </a:r>
            <a:r>
              <a:rPr lang="it-IT" sz="2400" b="1" u="sng" dirty="0"/>
              <a:t> </a:t>
            </a:r>
            <a:r>
              <a:rPr lang="it-IT" sz="2400" b="1" u="sng" dirty="0" err="1"/>
              <a:t>been</a:t>
            </a:r>
            <a:r>
              <a:rPr lang="it-IT" sz="2400" b="1" u="sng" dirty="0"/>
              <a:t> </a:t>
            </a:r>
            <a:r>
              <a:rPr lang="it-IT" sz="2400" b="1" u="sng" dirty="0" err="1"/>
              <a:t>sent</a:t>
            </a:r>
            <a:r>
              <a:rPr lang="it-IT" sz="2400" b="1" u="sng" dirty="0"/>
              <a:t> is </a:t>
            </a:r>
            <a:r>
              <a:rPr lang="it-IT" sz="2400" b="1" u="sng" dirty="0" err="1"/>
              <a:t>correctly</a:t>
            </a:r>
            <a:r>
              <a:rPr lang="it-IT" sz="2400" b="1" u="sng" dirty="0"/>
              <a:t> </a:t>
            </a:r>
            <a:r>
              <a:rPr lang="it-IT" sz="2400" b="1" u="sng" dirty="0" err="1"/>
              <a:t>padded</a:t>
            </a:r>
            <a:r>
              <a:rPr lang="it-IT" sz="2400" b="1" u="sng" dirty="0"/>
              <a:t> or </a:t>
            </a:r>
            <a:r>
              <a:rPr lang="it-IT" sz="2400" b="1" u="sng" dirty="0" err="1"/>
              <a:t>not</a:t>
            </a:r>
            <a:r>
              <a:rPr lang="it-IT" sz="2400" b="1" u="sng" dirty="0"/>
              <a:t>? </a:t>
            </a:r>
            <a:r>
              <a:rPr lang="it-IT" sz="2400" dirty="0"/>
              <a:t>The server acts </a:t>
            </a:r>
            <a:r>
              <a:rPr lang="it-IT" sz="2400" dirty="0" err="1"/>
              <a:t>as</a:t>
            </a:r>
            <a:r>
              <a:rPr lang="it-IT" sz="2400" dirty="0"/>
              <a:t> an </a:t>
            </a:r>
            <a:r>
              <a:rPr lang="it-IT" sz="2400" b="1" dirty="0" err="1"/>
              <a:t>oracle</a:t>
            </a:r>
            <a:r>
              <a:rPr lang="it-IT" sz="2400" dirty="0"/>
              <a:t>, and the </a:t>
            </a:r>
            <a:r>
              <a:rPr lang="it-IT" sz="2400" dirty="0" err="1"/>
              <a:t>attacker</a:t>
            </a:r>
            <a:r>
              <a:rPr lang="it-IT" sz="2400" dirty="0"/>
              <a:t> can exploit </a:t>
            </a:r>
            <a:r>
              <a:rPr lang="it-IT" sz="2400" dirty="0" err="1"/>
              <a:t>this</a:t>
            </a:r>
            <a:r>
              <a:rPr lang="it-IT" sz="2400" dirty="0"/>
              <a:t> to </a:t>
            </a:r>
            <a:r>
              <a:rPr lang="it-IT" sz="2400" dirty="0" err="1"/>
              <a:t>decrypt</a:t>
            </a:r>
            <a:r>
              <a:rPr lang="it-IT" sz="2400" dirty="0"/>
              <a:t> the </a:t>
            </a:r>
            <a:r>
              <a:rPr lang="it-IT" sz="2400" dirty="0" err="1"/>
              <a:t>plaintext</a:t>
            </a:r>
            <a:r>
              <a:rPr lang="it-IT" sz="2400" dirty="0"/>
              <a:t> </a:t>
            </a:r>
            <a:r>
              <a:rPr lang="it-IT" sz="2400" dirty="0" err="1"/>
              <a:t>without</a:t>
            </a:r>
            <a:r>
              <a:rPr lang="it-IT" sz="2400" dirty="0"/>
              <a:t> </a:t>
            </a:r>
            <a:r>
              <a:rPr lang="it-IT" sz="2400" dirty="0" err="1"/>
              <a:t>knowing</a:t>
            </a:r>
            <a:r>
              <a:rPr lang="it-IT" sz="2400" dirty="0"/>
              <a:t> the key.</a:t>
            </a:r>
          </a:p>
          <a:p>
            <a:endParaRPr lang="it-IT" sz="2400" i="1" dirty="0"/>
          </a:p>
          <a:p>
            <a:pPr marL="342900" indent="-342900">
              <a:buFont typeface="Arial" panose="020B0604020202020204" pitchFamily="34" charset="0"/>
              <a:buChar char="•"/>
            </a:pPr>
            <a:endParaRPr lang="it-IT" sz="2400" dirty="0"/>
          </a:p>
        </p:txBody>
      </p:sp>
      <p:pic>
        <p:nvPicPr>
          <p:cNvPr id="9" name="Picture 2">
            <a:extLst>
              <a:ext uri="{FF2B5EF4-FFF2-40B4-BE49-F238E27FC236}">
                <a16:creationId xmlns:a16="http://schemas.microsoft.com/office/drawing/2014/main" id="{885A74E4-3634-9EE7-7432-083933CBEE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3732" y="2780928"/>
            <a:ext cx="4824536" cy="2033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24684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52E9F-C276-0AED-F177-F0A30E0446D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3C4FE5F-4CC9-13A7-01A7-D192E2BFE9E3}"/>
              </a:ext>
            </a:extLst>
          </p:cNvPr>
          <p:cNvSpPr>
            <a:spLocks noGrp="1"/>
          </p:cNvSpPr>
          <p:nvPr>
            <p:ph type="title"/>
          </p:nvPr>
        </p:nvSpPr>
        <p:spPr/>
        <p:txBody>
          <a:bodyPr/>
          <a:lstStyle/>
          <a:p>
            <a:r>
              <a:rPr lang="it-IT" sz="3800" dirty="0" err="1"/>
              <a:t>Padding</a:t>
            </a:r>
            <a:r>
              <a:rPr lang="it-IT" sz="3800" dirty="0"/>
              <a:t> Oracle Attack (2)</a:t>
            </a:r>
          </a:p>
        </p:txBody>
      </p:sp>
      <p:pic>
        <p:nvPicPr>
          <p:cNvPr id="4098" name="Picture 2">
            <a:extLst>
              <a:ext uri="{FF2B5EF4-FFF2-40B4-BE49-F238E27FC236}">
                <a16:creationId xmlns:a16="http://schemas.microsoft.com/office/drawing/2014/main" id="{4D59DB3F-325D-7165-341E-2FBF6B5FC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416" y="1688283"/>
            <a:ext cx="6660232" cy="2684906"/>
          </a:xfrm>
          <a:prstGeom prst="rect">
            <a:avLst/>
          </a:prstGeom>
          <a:noFill/>
          <a:extLst>
            <a:ext uri="{909E8E84-426E-40DD-AFC4-6F175D3DCCD1}">
              <a14:hiddenFill xmlns:a14="http://schemas.microsoft.com/office/drawing/2010/main">
                <a:solidFill>
                  <a:srgbClr val="FFFFFF"/>
                </a:solidFill>
              </a14:hiddenFill>
            </a:ext>
          </a:extLst>
        </p:spPr>
      </p:pic>
      <p:pic>
        <p:nvPicPr>
          <p:cNvPr id="7" name="Immagine 6">
            <a:extLst>
              <a:ext uri="{FF2B5EF4-FFF2-40B4-BE49-F238E27FC236}">
                <a16:creationId xmlns:a16="http://schemas.microsoft.com/office/drawing/2014/main" id="{1E54A00A-E40A-F4C9-7663-BB874485C117}"/>
              </a:ext>
            </a:extLst>
          </p:cNvPr>
          <p:cNvPicPr>
            <a:picLocks noChangeAspect="1"/>
          </p:cNvPicPr>
          <p:nvPr/>
        </p:nvPicPr>
        <p:blipFill>
          <a:blip r:embed="rId3"/>
          <a:stretch>
            <a:fillRect/>
          </a:stretch>
        </p:blipFill>
        <p:spPr>
          <a:xfrm>
            <a:off x="7896200" y="2601118"/>
            <a:ext cx="3780239" cy="793641"/>
          </a:xfrm>
          <a:prstGeom prst="rect">
            <a:avLst/>
          </a:prstGeom>
        </p:spPr>
      </p:pic>
      <p:sp>
        <p:nvSpPr>
          <p:cNvPr id="8" name="CasellaDiTesto 7">
            <a:extLst>
              <a:ext uri="{FF2B5EF4-FFF2-40B4-BE49-F238E27FC236}">
                <a16:creationId xmlns:a16="http://schemas.microsoft.com/office/drawing/2014/main" id="{896D2DD2-945D-27FF-E0CE-71B15A495980}"/>
              </a:ext>
            </a:extLst>
          </p:cNvPr>
          <p:cNvSpPr txBox="1"/>
          <p:nvPr/>
        </p:nvSpPr>
        <p:spPr>
          <a:xfrm>
            <a:off x="527051" y="4754218"/>
            <a:ext cx="11149388" cy="1569660"/>
          </a:xfrm>
          <a:prstGeom prst="rect">
            <a:avLst/>
          </a:prstGeom>
          <a:noFill/>
        </p:spPr>
        <p:txBody>
          <a:bodyPr wrap="square" rtlCol="0">
            <a:spAutoFit/>
          </a:bodyPr>
          <a:lstStyle/>
          <a:p>
            <a:r>
              <a:rPr lang="en-US" sz="2400" dirty="0"/>
              <a:t>Suppose the attacker has two ciphertext blocks C1, C2 and wants to decrypt the second block to get plaintext P2.</a:t>
            </a:r>
          </a:p>
          <a:p>
            <a:endParaRPr lang="en-US" sz="2400" dirty="0"/>
          </a:p>
          <a:p>
            <a:endParaRPr lang="en-US" sz="2400" dirty="0"/>
          </a:p>
        </p:txBody>
      </p:sp>
      <mc:AlternateContent xmlns:mc="http://schemas.openxmlformats.org/markup-compatibility/2006">
        <mc:Choice xmlns:a14="http://schemas.microsoft.com/office/drawing/2010/main" Requires="a14">
          <p:sp>
            <p:nvSpPr>
              <p:cNvPr id="15" name="CasellaDiTesto 14">
                <a:extLst>
                  <a:ext uri="{FF2B5EF4-FFF2-40B4-BE49-F238E27FC236}">
                    <a16:creationId xmlns:a16="http://schemas.microsoft.com/office/drawing/2014/main" id="{865731EC-1BA9-0732-57F2-BD5EB585C2BD}"/>
                  </a:ext>
                </a:extLst>
              </p:cNvPr>
              <p:cNvSpPr txBox="1"/>
              <p:nvPr/>
            </p:nvSpPr>
            <p:spPr>
              <a:xfrm>
                <a:off x="5214028" y="5877272"/>
                <a:ext cx="176394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𝑃</m:t>
                          </m:r>
                        </m:e>
                        <m:sub>
                          <m:r>
                            <a:rPr lang="it-IT" b="0" i="1" smtClean="0">
                              <a:latin typeface="Cambria Math" panose="02040503050406030204" pitchFamily="18" charset="0"/>
                            </a:rPr>
                            <m:t>2</m:t>
                          </m:r>
                        </m:sub>
                      </m:sSub>
                      <m:r>
                        <a:rPr lang="it-IT" b="0" i="1" smtClean="0">
                          <a:latin typeface="Cambria Math" panose="02040503050406030204" pitchFamily="18" charset="0"/>
                        </a:rPr>
                        <m:t>= </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𝐷</m:t>
                          </m:r>
                        </m:e>
                        <m:sub>
                          <m:r>
                            <a:rPr lang="it-IT" b="0" i="1" smtClean="0">
                              <a:latin typeface="Cambria Math" panose="02040503050406030204" pitchFamily="18" charset="0"/>
                            </a:rPr>
                            <m:t>𝐾</m:t>
                          </m:r>
                        </m:sub>
                      </m:sSub>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2</m:t>
                              </m:r>
                            </m:sub>
                          </m:sSub>
                        </m:e>
                      </m:d>
                      <m:r>
                        <a:rPr lang="it-IT" i="1">
                          <a:latin typeface="Cambria Math" panose="02040503050406030204" pitchFamily="18" charset="0"/>
                          <a:ea typeface="Cambria Math" panose="02040503050406030204" pitchFamily="18" charset="0"/>
                        </a:rPr>
                        <m:t>⨁</m:t>
                      </m:r>
                      <m:sSub>
                        <m:sSubPr>
                          <m:ctrlPr>
                            <a:rPr lang="it-IT"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𝐶</m:t>
                          </m:r>
                        </m:e>
                        <m:sub>
                          <m:r>
                            <a:rPr lang="it-IT" b="0" i="1" smtClean="0">
                              <a:latin typeface="Cambria Math" panose="02040503050406030204" pitchFamily="18" charset="0"/>
                              <a:ea typeface="Cambria Math" panose="02040503050406030204" pitchFamily="18" charset="0"/>
                            </a:rPr>
                            <m:t>1</m:t>
                          </m:r>
                        </m:sub>
                      </m:sSub>
                    </m:oMath>
                  </m:oMathPara>
                </a14:m>
                <a:endParaRPr lang="it-IT" dirty="0"/>
              </a:p>
            </p:txBody>
          </p:sp>
        </mc:Choice>
        <mc:Fallback>
          <p:sp>
            <p:nvSpPr>
              <p:cNvPr id="15" name="CasellaDiTesto 14">
                <a:extLst>
                  <a:ext uri="{FF2B5EF4-FFF2-40B4-BE49-F238E27FC236}">
                    <a16:creationId xmlns:a16="http://schemas.microsoft.com/office/drawing/2014/main" id="{865731EC-1BA9-0732-57F2-BD5EB585C2BD}"/>
                  </a:ext>
                </a:extLst>
              </p:cNvPr>
              <p:cNvSpPr txBox="1">
                <a:spLocks noRot="1" noChangeAspect="1" noMove="1" noResize="1" noEditPoints="1" noAdjustHandles="1" noChangeArrowheads="1" noChangeShapeType="1" noTextEdit="1"/>
              </p:cNvSpPr>
              <p:nvPr/>
            </p:nvSpPr>
            <p:spPr>
              <a:xfrm>
                <a:off x="5214028" y="5877272"/>
                <a:ext cx="1763944" cy="276999"/>
              </a:xfrm>
              <a:prstGeom prst="rect">
                <a:avLst/>
              </a:prstGeom>
              <a:blipFill>
                <a:blip r:embed="rId4"/>
                <a:stretch>
                  <a:fillRect l="-2414" r="-690" b="-17391"/>
                </a:stretch>
              </a:blipFill>
            </p:spPr>
            <p:txBody>
              <a:bodyPr/>
              <a:lstStyle/>
              <a:p>
                <a:r>
                  <a:rPr lang="it-IT">
                    <a:noFill/>
                  </a:rPr>
                  <a:t> </a:t>
                </a:r>
              </a:p>
            </p:txBody>
          </p:sp>
        </mc:Fallback>
      </mc:AlternateContent>
      <p:sp>
        <p:nvSpPr>
          <p:cNvPr id="16" name="CasellaDiTesto 15">
            <a:extLst>
              <a:ext uri="{FF2B5EF4-FFF2-40B4-BE49-F238E27FC236}">
                <a16:creationId xmlns:a16="http://schemas.microsoft.com/office/drawing/2014/main" id="{02380824-86CF-EFBF-81D6-E51771D39111}"/>
              </a:ext>
            </a:extLst>
          </p:cNvPr>
          <p:cNvSpPr txBox="1"/>
          <p:nvPr/>
        </p:nvSpPr>
        <p:spPr>
          <a:xfrm>
            <a:off x="7896200" y="3573016"/>
            <a:ext cx="3888432" cy="369332"/>
          </a:xfrm>
          <a:prstGeom prst="rect">
            <a:avLst/>
          </a:prstGeom>
          <a:noFill/>
        </p:spPr>
        <p:txBody>
          <a:bodyPr wrap="square" rtlCol="0">
            <a:spAutoFit/>
          </a:bodyPr>
          <a:lstStyle/>
          <a:p>
            <a:r>
              <a:rPr lang="it-IT" dirty="0"/>
              <a:t>and </a:t>
            </a:r>
            <a:r>
              <a:rPr lang="it-IT" dirty="0" err="1"/>
              <a:t>this</a:t>
            </a:r>
            <a:r>
              <a:rPr lang="it-IT" dirty="0"/>
              <a:t> is </a:t>
            </a:r>
            <a:r>
              <a:rPr lang="it-IT" dirty="0" err="1"/>
              <a:t>true</a:t>
            </a:r>
            <a:r>
              <a:rPr lang="it-IT" dirty="0"/>
              <a:t> byte by byte.</a:t>
            </a:r>
          </a:p>
        </p:txBody>
      </p:sp>
    </p:spTree>
    <p:extLst>
      <p:ext uri="{BB962C8B-B14F-4D97-AF65-F5344CB8AC3E}">
        <p14:creationId xmlns:p14="http://schemas.microsoft.com/office/powerpoint/2010/main" val="1535943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720F4-BFFD-B9ED-6998-20F70634A80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94084C7-8ADA-9E7A-EF16-FFB75B74133D}"/>
              </a:ext>
            </a:extLst>
          </p:cNvPr>
          <p:cNvSpPr>
            <a:spLocks noGrp="1"/>
          </p:cNvSpPr>
          <p:nvPr>
            <p:ph type="title"/>
          </p:nvPr>
        </p:nvSpPr>
        <p:spPr/>
        <p:txBody>
          <a:bodyPr/>
          <a:lstStyle/>
          <a:p>
            <a:r>
              <a:rPr lang="it-IT" sz="3800" dirty="0" err="1"/>
              <a:t>Padding</a:t>
            </a:r>
            <a:r>
              <a:rPr lang="it-IT" sz="3800" dirty="0"/>
              <a:t> Oracle Attack (3)</a:t>
            </a:r>
          </a:p>
        </p:txBody>
      </p:sp>
      <mc:AlternateContent xmlns:mc="http://schemas.openxmlformats.org/markup-compatibility/2006">
        <mc:Choice xmlns:a14="http://schemas.microsoft.com/office/drawing/2010/main" Requires="a14">
          <p:sp>
            <p:nvSpPr>
              <p:cNvPr id="8" name="CasellaDiTesto 7">
                <a:extLst>
                  <a:ext uri="{FF2B5EF4-FFF2-40B4-BE49-F238E27FC236}">
                    <a16:creationId xmlns:a16="http://schemas.microsoft.com/office/drawing/2014/main" id="{2768D7FF-AC96-E5DD-BD28-26DD13A94167}"/>
                  </a:ext>
                </a:extLst>
              </p:cNvPr>
              <p:cNvSpPr txBox="1"/>
              <p:nvPr/>
            </p:nvSpPr>
            <p:spPr>
              <a:xfrm>
                <a:off x="521306" y="1340768"/>
                <a:ext cx="11149388" cy="4893647"/>
              </a:xfrm>
              <a:prstGeom prst="rect">
                <a:avLst/>
              </a:prstGeom>
              <a:noFill/>
            </p:spPr>
            <p:txBody>
              <a:bodyPr wrap="square" rtlCol="0">
                <a:spAutoFit/>
              </a:bodyPr>
              <a:lstStyle/>
              <a:p>
                <a:r>
                  <a:rPr lang="en-US" sz="2400" dirty="0"/>
                  <a:t>The attacker changes the last byte of </a:t>
                </a:r>
                <a14:m>
                  <m:oMath xmlns:m="http://schemas.openxmlformats.org/officeDocument/2006/math">
                    <m:sSub>
                      <m:sSubPr>
                        <m:ctrlPr>
                          <a:rPr lang="en-US" sz="2400" i="1" smtClean="0">
                            <a:latin typeface="Cambria Math" panose="02040503050406030204" pitchFamily="18" charset="0"/>
                          </a:rPr>
                        </m:ctrlPr>
                      </m:sSubPr>
                      <m:e>
                        <m:r>
                          <a:rPr lang="it-IT" sz="2400" b="0" i="1" smtClean="0">
                            <a:latin typeface="Cambria Math" panose="02040503050406030204" pitchFamily="18" charset="0"/>
                          </a:rPr>
                          <m:t>𝐶</m:t>
                        </m:r>
                      </m:e>
                      <m:sub>
                        <m:r>
                          <a:rPr lang="it-IT" sz="2400" b="0" i="1" smtClean="0">
                            <a:latin typeface="Cambria Math" panose="02040503050406030204" pitchFamily="18" charset="0"/>
                          </a:rPr>
                          <m:t>1</m:t>
                        </m:r>
                      </m:sub>
                    </m:sSub>
                  </m:oMath>
                </a14:m>
                <a:r>
                  <a:rPr lang="en-US" sz="2400" dirty="0"/>
                  <a:t>(creating </a:t>
                </a:r>
                <a14:m>
                  <m:oMath xmlns:m="http://schemas.openxmlformats.org/officeDocument/2006/math">
                    <m:sSub>
                      <m:sSubPr>
                        <m:ctrlPr>
                          <a:rPr lang="en-US" sz="2400" i="1" smtClean="0">
                            <a:latin typeface="Cambria Math" panose="02040503050406030204" pitchFamily="18" charset="0"/>
                          </a:rPr>
                        </m:ctrlPr>
                      </m:sSubPr>
                      <m:e>
                        <m:r>
                          <a:rPr lang="it-IT" sz="2400" b="0" i="1" smtClean="0">
                            <a:latin typeface="Cambria Math" panose="02040503050406030204" pitchFamily="18" charset="0"/>
                          </a:rPr>
                          <m:t>𝐶</m:t>
                        </m:r>
                      </m:e>
                      <m:sub>
                        <m:r>
                          <a:rPr lang="it-IT" sz="2400" b="0" i="1" smtClean="0">
                            <a:latin typeface="Cambria Math" panose="02040503050406030204" pitchFamily="18" charset="0"/>
                          </a:rPr>
                          <m:t>1</m:t>
                        </m:r>
                      </m:sub>
                    </m:sSub>
                  </m:oMath>
                </a14:m>
                <a:r>
                  <a:rPr lang="en-US" sz="2400" dirty="0"/>
                  <a:t>’).</a:t>
                </a:r>
              </a:p>
              <a:p>
                <a:endParaRPr lang="en-US" sz="2400" dirty="0"/>
              </a:p>
              <a:p>
                <a:r>
                  <a:rPr lang="en-US" sz="2400" dirty="0"/>
                  <a:t>The server then returns whether or not the padding of the last decrypted block (</a:t>
                </a:r>
                <a14:m>
                  <m:oMath xmlns:m="http://schemas.openxmlformats.org/officeDocument/2006/math">
                    <m:sSub>
                      <m:sSubPr>
                        <m:ctrlPr>
                          <a:rPr lang="en-US" sz="2400" i="1" smtClean="0">
                            <a:latin typeface="Cambria Math" panose="02040503050406030204" pitchFamily="18" charset="0"/>
                          </a:rPr>
                        </m:ctrlPr>
                      </m:sSubPr>
                      <m:e>
                        <m:r>
                          <a:rPr lang="it-IT" sz="2400" b="0" i="1" smtClean="0">
                            <a:latin typeface="Cambria Math" panose="02040503050406030204" pitchFamily="18" charset="0"/>
                          </a:rPr>
                          <m:t>𝑃</m:t>
                        </m:r>
                      </m:e>
                      <m:sub>
                        <m:r>
                          <a:rPr lang="it-IT" sz="2400" b="0" i="1" smtClean="0">
                            <a:latin typeface="Cambria Math" panose="02040503050406030204" pitchFamily="18" charset="0"/>
                          </a:rPr>
                          <m:t>2</m:t>
                        </m:r>
                      </m:sub>
                    </m:sSub>
                    <m:r>
                      <a:rPr lang="it-IT" sz="2400" b="0" i="1" smtClean="0">
                        <a:latin typeface="Cambria Math" panose="02040503050406030204" pitchFamily="18" charset="0"/>
                      </a:rPr>
                      <m:t>′</m:t>
                    </m:r>
                  </m:oMath>
                </a14:m>
                <a:r>
                  <a:rPr lang="en-US" sz="2400" dirty="0"/>
                  <a:t>) is correct. </a:t>
                </a:r>
              </a:p>
              <a:p>
                <a:endParaRPr lang="en-US" sz="2400" dirty="0"/>
              </a:p>
              <a:p>
                <a:r>
                  <a:rPr lang="en-US" sz="2400" dirty="0"/>
                  <a:t>The attacker wants to force the last byte to be 0x01.</a:t>
                </a:r>
              </a:p>
              <a:p>
                <a:endParaRPr lang="en-US" sz="2400" dirty="0"/>
              </a:p>
              <a:p>
                <a:r>
                  <a:rPr lang="en-US" sz="2400" dirty="0"/>
                  <a:t>In fact, since:</a:t>
                </a:r>
              </a:p>
              <a:p>
                <a:endParaRPr lang="en-US" sz="2400" dirty="0"/>
              </a:p>
              <a:p>
                <a:endParaRPr lang="en-US" sz="2400" dirty="0"/>
              </a:p>
              <a:p>
                <a:r>
                  <a:rPr lang="en-US" sz="2400" dirty="0"/>
                  <a:t>If the attacker gets a correctly padded block, it can compute </a:t>
                </a:r>
                <a14:m>
                  <m:oMath xmlns:m="http://schemas.openxmlformats.org/officeDocument/2006/math">
                    <m:sSub>
                      <m:sSubPr>
                        <m:ctrlPr>
                          <a:rPr lang="it-IT" sz="2400" i="1">
                            <a:latin typeface="Cambria Math" panose="02040503050406030204" pitchFamily="18" charset="0"/>
                          </a:rPr>
                        </m:ctrlPr>
                      </m:sSubPr>
                      <m:e>
                        <m:r>
                          <a:rPr lang="it-IT" sz="2400" i="1">
                            <a:latin typeface="Cambria Math" panose="02040503050406030204" pitchFamily="18" charset="0"/>
                          </a:rPr>
                          <m:t>𝐷</m:t>
                        </m:r>
                      </m:e>
                      <m:sub>
                        <m:r>
                          <a:rPr lang="it-IT" sz="2400" i="1">
                            <a:latin typeface="Cambria Math" panose="02040503050406030204" pitchFamily="18" charset="0"/>
                          </a:rPr>
                          <m:t>𝐾</m:t>
                        </m:r>
                      </m:sub>
                    </m:sSub>
                    <m:d>
                      <m:dPr>
                        <m:ctrlPr>
                          <a:rPr lang="it-IT" sz="2400" i="1">
                            <a:latin typeface="Cambria Math" panose="02040503050406030204" pitchFamily="18" charset="0"/>
                          </a:rPr>
                        </m:ctrlPr>
                      </m:dPr>
                      <m:e>
                        <m:sSub>
                          <m:sSubPr>
                            <m:ctrlPr>
                              <a:rPr lang="it-IT" sz="2400" i="1">
                                <a:latin typeface="Cambria Math" panose="02040503050406030204" pitchFamily="18" charset="0"/>
                              </a:rPr>
                            </m:ctrlPr>
                          </m:sSubPr>
                          <m:e>
                            <m:r>
                              <a:rPr lang="it-IT" sz="2400" i="1">
                                <a:latin typeface="Cambria Math" panose="02040503050406030204" pitchFamily="18" charset="0"/>
                              </a:rPr>
                              <m:t>𝐶</m:t>
                            </m:r>
                          </m:e>
                          <m:sub>
                            <m:r>
                              <a:rPr lang="it-IT" sz="2400" i="1">
                                <a:latin typeface="Cambria Math" panose="02040503050406030204" pitchFamily="18" charset="0"/>
                              </a:rPr>
                              <m:t>2</m:t>
                            </m:r>
                          </m:sub>
                        </m:sSub>
                      </m:e>
                    </m:d>
                    <m:d>
                      <m:dPr>
                        <m:begChr m:val="["/>
                        <m:endChr m:val="]"/>
                        <m:ctrlPr>
                          <a:rPr lang="it-IT" sz="2400" i="1">
                            <a:latin typeface="Cambria Math" panose="02040503050406030204" pitchFamily="18" charset="0"/>
                          </a:rPr>
                        </m:ctrlPr>
                      </m:dPr>
                      <m:e>
                        <m:r>
                          <a:rPr lang="it-IT" sz="2400" i="1">
                            <a:latin typeface="Cambria Math" panose="02040503050406030204" pitchFamily="18" charset="0"/>
                          </a:rPr>
                          <m:t>15</m:t>
                        </m:r>
                      </m:e>
                    </m:d>
                  </m:oMath>
                </a14:m>
                <a:r>
                  <a:rPr lang="en-US" sz="2400" dirty="0"/>
                  <a:t> doing:</a:t>
                </a:r>
              </a:p>
              <a:p>
                <a:endParaRPr lang="en-US" sz="2400" dirty="0"/>
              </a:p>
              <a:p>
                <a:endParaRPr lang="en-US" sz="2400" dirty="0"/>
              </a:p>
            </p:txBody>
          </p:sp>
        </mc:Choice>
        <mc:Fallback>
          <p:sp>
            <p:nvSpPr>
              <p:cNvPr id="8" name="CasellaDiTesto 7">
                <a:extLst>
                  <a:ext uri="{FF2B5EF4-FFF2-40B4-BE49-F238E27FC236}">
                    <a16:creationId xmlns:a16="http://schemas.microsoft.com/office/drawing/2014/main" id="{2768D7FF-AC96-E5DD-BD28-26DD13A94167}"/>
                  </a:ext>
                </a:extLst>
              </p:cNvPr>
              <p:cNvSpPr txBox="1">
                <a:spLocks noRot="1" noChangeAspect="1" noMove="1" noResize="1" noEditPoints="1" noAdjustHandles="1" noChangeArrowheads="1" noChangeShapeType="1" noTextEdit="1"/>
              </p:cNvSpPr>
              <p:nvPr/>
            </p:nvSpPr>
            <p:spPr>
              <a:xfrm>
                <a:off x="521306" y="1340768"/>
                <a:ext cx="11149388" cy="4893647"/>
              </a:xfrm>
              <a:prstGeom prst="rect">
                <a:avLst/>
              </a:prstGeom>
              <a:blipFill>
                <a:blip r:embed="rId2"/>
                <a:stretch>
                  <a:fillRect l="-875" t="-99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5" name="CasellaDiTesto 14">
                <a:extLst>
                  <a:ext uri="{FF2B5EF4-FFF2-40B4-BE49-F238E27FC236}">
                    <a16:creationId xmlns:a16="http://schemas.microsoft.com/office/drawing/2014/main" id="{5F21F5A4-0915-1283-1FB6-85FF9D375AE9}"/>
                  </a:ext>
                </a:extLst>
              </p:cNvPr>
              <p:cNvSpPr txBox="1"/>
              <p:nvPr/>
            </p:nvSpPr>
            <p:spPr>
              <a:xfrm>
                <a:off x="4739482" y="4492685"/>
                <a:ext cx="313290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𝑃</m:t>
                          </m:r>
                        </m:e>
                        <m:sub>
                          <m:r>
                            <a:rPr lang="it-IT" b="0" i="1" smtClean="0">
                              <a:latin typeface="Cambria Math" panose="02040503050406030204" pitchFamily="18" charset="0"/>
                            </a:rPr>
                            <m:t>2</m:t>
                          </m:r>
                        </m:sub>
                      </m:sSub>
                      <m:r>
                        <a:rPr lang="it-IT" b="0" i="1" smtClean="0">
                          <a:latin typeface="Cambria Math" panose="02040503050406030204" pitchFamily="18" charset="0"/>
                        </a:rPr>
                        <m:t>′[15]</m:t>
                      </m:r>
                      <m:r>
                        <a:rPr lang="it-IT" b="0" i="1" smtClean="0">
                          <a:latin typeface="Cambria Math" panose="02040503050406030204" pitchFamily="18" charset="0"/>
                        </a:rPr>
                        <m:t>= </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𝐷</m:t>
                          </m:r>
                        </m:e>
                        <m:sub>
                          <m:r>
                            <a:rPr lang="it-IT" b="0" i="1" smtClean="0">
                              <a:latin typeface="Cambria Math" panose="02040503050406030204" pitchFamily="18" charset="0"/>
                            </a:rPr>
                            <m:t>𝐾</m:t>
                          </m:r>
                        </m:sub>
                      </m:sSub>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2</m:t>
                              </m:r>
                            </m:sub>
                          </m:sSub>
                        </m:e>
                      </m:d>
                      <m:r>
                        <a:rPr lang="it-IT" b="0" i="1" smtClean="0">
                          <a:latin typeface="Cambria Math" panose="02040503050406030204" pitchFamily="18" charset="0"/>
                        </a:rPr>
                        <m:t>[15]</m:t>
                      </m:r>
                      <m:r>
                        <a:rPr lang="it-IT" i="1">
                          <a:latin typeface="Cambria Math" panose="02040503050406030204" pitchFamily="18" charset="0"/>
                          <a:ea typeface="Cambria Math" panose="02040503050406030204" pitchFamily="18" charset="0"/>
                        </a:rPr>
                        <m:t>⨁</m:t>
                      </m:r>
                      <m:sSub>
                        <m:sSubPr>
                          <m:ctrlPr>
                            <a:rPr lang="it-IT"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𝐶</m:t>
                          </m:r>
                        </m:e>
                        <m:sub>
                          <m:r>
                            <a:rPr lang="it-IT" b="0" i="1" smtClean="0">
                              <a:latin typeface="Cambria Math" panose="02040503050406030204" pitchFamily="18" charset="0"/>
                              <a:ea typeface="Cambria Math" panose="02040503050406030204" pitchFamily="18" charset="0"/>
                            </a:rPr>
                            <m:t>1</m:t>
                          </m:r>
                        </m:sub>
                      </m:sSub>
                      <m:r>
                        <a:rPr lang="it-IT" b="0" i="1" smtClean="0">
                          <a:latin typeface="Cambria Math" panose="02040503050406030204" pitchFamily="18" charset="0"/>
                          <a:ea typeface="Cambria Math" panose="02040503050406030204" pitchFamily="18" charset="0"/>
                        </a:rPr>
                        <m:t>′[15]</m:t>
                      </m:r>
                    </m:oMath>
                  </m:oMathPara>
                </a14:m>
                <a:endParaRPr lang="it-IT" dirty="0"/>
              </a:p>
            </p:txBody>
          </p:sp>
        </mc:Choice>
        <mc:Fallback>
          <p:sp>
            <p:nvSpPr>
              <p:cNvPr id="15" name="CasellaDiTesto 14">
                <a:extLst>
                  <a:ext uri="{FF2B5EF4-FFF2-40B4-BE49-F238E27FC236}">
                    <a16:creationId xmlns:a16="http://schemas.microsoft.com/office/drawing/2014/main" id="{5F21F5A4-0915-1283-1FB6-85FF9D375AE9}"/>
                  </a:ext>
                </a:extLst>
              </p:cNvPr>
              <p:cNvSpPr txBox="1">
                <a:spLocks noRot="1" noChangeAspect="1" noMove="1" noResize="1" noEditPoints="1" noAdjustHandles="1" noChangeArrowheads="1" noChangeShapeType="1" noTextEdit="1"/>
              </p:cNvSpPr>
              <p:nvPr/>
            </p:nvSpPr>
            <p:spPr>
              <a:xfrm>
                <a:off x="4739482" y="4492685"/>
                <a:ext cx="3132909" cy="276999"/>
              </a:xfrm>
              <a:prstGeom prst="rect">
                <a:avLst/>
              </a:prstGeom>
              <a:blipFill>
                <a:blip r:embed="rId3"/>
                <a:stretch>
                  <a:fillRect l="-1167" t="-4444" r="-2529" b="-37778"/>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6" name="CasellaDiTesto 5">
                <a:extLst>
                  <a:ext uri="{FF2B5EF4-FFF2-40B4-BE49-F238E27FC236}">
                    <a16:creationId xmlns:a16="http://schemas.microsoft.com/office/drawing/2014/main" id="{878813E2-110A-5654-FCA2-024EA3D64604}"/>
                  </a:ext>
                </a:extLst>
              </p:cNvPr>
              <p:cNvSpPr txBox="1"/>
              <p:nvPr/>
            </p:nvSpPr>
            <p:spPr>
              <a:xfrm>
                <a:off x="4739482" y="5661248"/>
                <a:ext cx="308289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𝐷</m:t>
                          </m:r>
                        </m:e>
                        <m:sub>
                          <m:r>
                            <a:rPr lang="it-IT" b="0" i="1" smtClean="0">
                              <a:latin typeface="Cambria Math" panose="02040503050406030204" pitchFamily="18" charset="0"/>
                            </a:rPr>
                            <m:t>𝐾</m:t>
                          </m:r>
                        </m:sub>
                      </m:sSub>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2</m:t>
                              </m:r>
                            </m:sub>
                          </m:sSub>
                        </m:e>
                      </m:d>
                      <m:d>
                        <m:dPr>
                          <m:begChr m:val="["/>
                          <m:endChr m:val="]"/>
                          <m:ctrlPr>
                            <a:rPr lang="it-IT" b="0" i="1" smtClean="0">
                              <a:latin typeface="Cambria Math" panose="02040503050406030204" pitchFamily="18" charset="0"/>
                            </a:rPr>
                          </m:ctrlPr>
                        </m:dPr>
                        <m:e>
                          <m:r>
                            <a:rPr lang="it-IT" b="0" i="1" smtClean="0">
                              <a:latin typeface="Cambria Math" panose="02040503050406030204" pitchFamily="18" charset="0"/>
                            </a:rPr>
                            <m:t>15</m:t>
                          </m:r>
                        </m:e>
                      </m:d>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𝑃</m:t>
                          </m:r>
                        </m:e>
                        <m:sub>
                          <m:r>
                            <a:rPr lang="it-IT" i="1">
                              <a:latin typeface="Cambria Math" panose="02040503050406030204" pitchFamily="18" charset="0"/>
                            </a:rPr>
                            <m:t>2</m:t>
                          </m:r>
                        </m:sub>
                      </m:sSub>
                      <m:r>
                        <a:rPr lang="it-IT" b="0" i="1" smtClean="0">
                          <a:latin typeface="Cambria Math" panose="02040503050406030204" pitchFamily="18" charset="0"/>
                        </a:rPr>
                        <m:t>′</m:t>
                      </m:r>
                      <m:r>
                        <a:rPr lang="it-IT" i="1">
                          <a:latin typeface="Cambria Math" panose="02040503050406030204" pitchFamily="18" charset="0"/>
                        </a:rPr>
                        <m:t>[15]</m:t>
                      </m:r>
                      <m:r>
                        <a:rPr lang="it-IT" i="1">
                          <a:latin typeface="Cambria Math" panose="02040503050406030204" pitchFamily="18" charset="0"/>
                          <a:ea typeface="Cambria Math" panose="02040503050406030204" pitchFamily="18" charset="0"/>
                        </a:rPr>
                        <m:t>⨁</m:t>
                      </m:r>
                      <m:sSub>
                        <m:sSubPr>
                          <m:ctrlPr>
                            <a:rPr lang="it-IT"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𝐶</m:t>
                          </m:r>
                        </m:e>
                        <m:sub>
                          <m:r>
                            <a:rPr lang="it-IT" b="0" i="1" smtClean="0">
                              <a:latin typeface="Cambria Math" panose="02040503050406030204" pitchFamily="18" charset="0"/>
                              <a:ea typeface="Cambria Math" panose="02040503050406030204" pitchFamily="18" charset="0"/>
                            </a:rPr>
                            <m:t>1</m:t>
                          </m:r>
                        </m:sub>
                      </m:sSub>
                      <m:r>
                        <a:rPr lang="it-IT" b="0" i="1" smtClean="0">
                          <a:latin typeface="Cambria Math" panose="02040503050406030204" pitchFamily="18" charset="0"/>
                          <a:ea typeface="Cambria Math" panose="02040503050406030204" pitchFamily="18" charset="0"/>
                        </a:rPr>
                        <m:t>′[15]</m:t>
                      </m:r>
                    </m:oMath>
                  </m:oMathPara>
                </a14:m>
                <a:endParaRPr lang="it-IT" dirty="0"/>
              </a:p>
            </p:txBody>
          </p:sp>
        </mc:Choice>
        <mc:Fallback>
          <p:sp>
            <p:nvSpPr>
              <p:cNvPr id="6" name="CasellaDiTesto 5">
                <a:extLst>
                  <a:ext uri="{FF2B5EF4-FFF2-40B4-BE49-F238E27FC236}">
                    <a16:creationId xmlns:a16="http://schemas.microsoft.com/office/drawing/2014/main" id="{878813E2-110A-5654-FCA2-024EA3D64604}"/>
                  </a:ext>
                </a:extLst>
              </p:cNvPr>
              <p:cNvSpPr txBox="1">
                <a:spLocks noRot="1" noChangeAspect="1" noMove="1" noResize="1" noEditPoints="1" noAdjustHandles="1" noChangeArrowheads="1" noChangeShapeType="1" noTextEdit="1"/>
              </p:cNvSpPr>
              <p:nvPr/>
            </p:nvSpPr>
            <p:spPr>
              <a:xfrm>
                <a:off x="4739482" y="5661248"/>
                <a:ext cx="3082895" cy="276999"/>
              </a:xfrm>
              <a:prstGeom prst="rect">
                <a:avLst/>
              </a:prstGeom>
              <a:blipFill>
                <a:blip r:embed="rId4"/>
                <a:stretch>
                  <a:fillRect l="-1186" t="-4444" r="-2569" b="-37778"/>
                </a:stretch>
              </a:blipFill>
            </p:spPr>
            <p:txBody>
              <a:bodyPr/>
              <a:lstStyle/>
              <a:p>
                <a:r>
                  <a:rPr lang="it-IT">
                    <a:noFill/>
                  </a:rPr>
                  <a:t> </a:t>
                </a:r>
              </a:p>
            </p:txBody>
          </p:sp>
        </mc:Fallback>
      </mc:AlternateContent>
      <p:sp>
        <p:nvSpPr>
          <p:cNvPr id="9" name="Parentesi graffa aperta 8">
            <a:extLst>
              <a:ext uri="{FF2B5EF4-FFF2-40B4-BE49-F238E27FC236}">
                <a16:creationId xmlns:a16="http://schemas.microsoft.com/office/drawing/2014/main" id="{1A73CFA9-184D-DB2D-2B06-0630DF75E6A2}"/>
              </a:ext>
            </a:extLst>
          </p:cNvPr>
          <p:cNvSpPr/>
          <p:nvPr/>
        </p:nvSpPr>
        <p:spPr>
          <a:xfrm rot="16200000">
            <a:off x="6260473" y="5897728"/>
            <a:ext cx="463143" cy="64807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it-IT"/>
          </a:p>
        </p:txBody>
      </p:sp>
      <p:sp>
        <p:nvSpPr>
          <p:cNvPr id="10" name="Parentesi graffa aperta 9">
            <a:extLst>
              <a:ext uri="{FF2B5EF4-FFF2-40B4-BE49-F238E27FC236}">
                <a16:creationId xmlns:a16="http://schemas.microsoft.com/office/drawing/2014/main" id="{CF70EFE7-4A0C-158E-98A1-0B2A3C4810C2}"/>
              </a:ext>
            </a:extLst>
          </p:cNvPr>
          <p:cNvSpPr/>
          <p:nvPr/>
        </p:nvSpPr>
        <p:spPr>
          <a:xfrm rot="16200000">
            <a:off x="7266769" y="5897728"/>
            <a:ext cx="463143" cy="64807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it-IT"/>
          </a:p>
        </p:txBody>
      </p:sp>
      <p:sp>
        <p:nvSpPr>
          <p:cNvPr id="11" name="CasellaDiTesto 10">
            <a:extLst>
              <a:ext uri="{FF2B5EF4-FFF2-40B4-BE49-F238E27FC236}">
                <a16:creationId xmlns:a16="http://schemas.microsoft.com/office/drawing/2014/main" id="{D90E8681-9E9F-0E10-8751-13C213277DA5}"/>
              </a:ext>
            </a:extLst>
          </p:cNvPr>
          <p:cNvSpPr txBox="1"/>
          <p:nvPr/>
        </p:nvSpPr>
        <p:spPr>
          <a:xfrm>
            <a:off x="6238199" y="6461441"/>
            <a:ext cx="648073" cy="369332"/>
          </a:xfrm>
          <a:prstGeom prst="rect">
            <a:avLst/>
          </a:prstGeom>
          <a:noFill/>
        </p:spPr>
        <p:txBody>
          <a:bodyPr wrap="square" rtlCol="0">
            <a:spAutoFit/>
          </a:bodyPr>
          <a:lstStyle/>
          <a:p>
            <a:r>
              <a:rPr lang="it-IT" dirty="0"/>
              <a:t>0x01</a:t>
            </a:r>
          </a:p>
        </p:txBody>
      </p:sp>
      <p:sp>
        <p:nvSpPr>
          <p:cNvPr id="12" name="CasellaDiTesto 11">
            <a:extLst>
              <a:ext uri="{FF2B5EF4-FFF2-40B4-BE49-F238E27FC236}">
                <a16:creationId xmlns:a16="http://schemas.microsoft.com/office/drawing/2014/main" id="{6908AF37-B2DE-E8C4-009E-B38FA2C8056D}"/>
              </a:ext>
            </a:extLst>
          </p:cNvPr>
          <p:cNvSpPr txBox="1"/>
          <p:nvPr/>
        </p:nvSpPr>
        <p:spPr>
          <a:xfrm>
            <a:off x="7174303" y="6461441"/>
            <a:ext cx="2522097" cy="369332"/>
          </a:xfrm>
          <a:prstGeom prst="rect">
            <a:avLst/>
          </a:prstGeom>
          <a:noFill/>
        </p:spPr>
        <p:txBody>
          <a:bodyPr wrap="square" rtlCol="0">
            <a:spAutoFit/>
          </a:bodyPr>
          <a:lstStyle/>
          <a:p>
            <a:r>
              <a:rPr lang="it-IT" dirty="0" err="1"/>
              <a:t>Decided</a:t>
            </a:r>
            <a:r>
              <a:rPr lang="it-IT" dirty="0"/>
              <a:t> by the </a:t>
            </a:r>
            <a:r>
              <a:rPr lang="it-IT" dirty="0" err="1"/>
              <a:t>attacker</a:t>
            </a:r>
            <a:endParaRPr lang="it-IT" dirty="0"/>
          </a:p>
        </p:txBody>
      </p:sp>
    </p:spTree>
    <p:extLst>
      <p:ext uri="{BB962C8B-B14F-4D97-AF65-F5344CB8AC3E}">
        <p14:creationId xmlns:p14="http://schemas.microsoft.com/office/powerpoint/2010/main" val="8879526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910517F-49CA-91A2-0193-29D294ECE464}"/>
              </a:ext>
            </a:extLst>
          </p:cNvPr>
          <p:cNvSpPr>
            <a:spLocks noGrp="1"/>
          </p:cNvSpPr>
          <p:nvPr>
            <p:ph type="title"/>
          </p:nvPr>
        </p:nvSpPr>
        <p:spPr/>
        <p:txBody>
          <a:bodyPr/>
          <a:lstStyle/>
          <a:p>
            <a:r>
              <a:rPr lang="it-IT" sz="3800" dirty="0" err="1"/>
              <a:t>Padding</a:t>
            </a:r>
            <a:r>
              <a:rPr lang="it-IT" sz="3800" dirty="0"/>
              <a:t> Oracle Attack (4)</a:t>
            </a:r>
          </a:p>
        </p:txBody>
      </p:sp>
      <mc:AlternateContent xmlns:mc="http://schemas.openxmlformats.org/markup-compatibility/2006">
        <mc:Choice xmlns:a14="http://schemas.microsoft.com/office/drawing/2010/main" Requires="a14">
          <p:sp>
            <p:nvSpPr>
              <p:cNvPr id="3" name="Segnaposto testo 2">
                <a:extLst>
                  <a:ext uri="{FF2B5EF4-FFF2-40B4-BE49-F238E27FC236}">
                    <a16:creationId xmlns:a16="http://schemas.microsoft.com/office/drawing/2014/main" id="{C289FF7C-827F-250F-174D-2BCB8CB0B798}"/>
                  </a:ext>
                </a:extLst>
              </p:cNvPr>
              <p:cNvSpPr>
                <a:spLocks noGrp="1"/>
              </p:cNvSpPr>
              <p:nvPr>
                <p:ph type="body" sz="quarter" idx="11"/>
              </p:nvPr>
            </p:nvSpPr>
            <p:spPr/>
            <p:txBody>
              <a:bodyPr/>
              <a:lstStyle/>
              <a:p>
                <a:pPr marL="342900" indent="-342900">
                  <a:buFont typeface="Arial" panose="020B0604020202020204" pitchFamily="34" charset="0"/>
                  <a:buChar char="•"/>
                </a:pPr>
                <a:r>
                  <a:rPr lang="it-IT" sz="2400" dirty="0"/>
                  <a:t>To </a:t>
                </a:r>
                <a:r>
                  <a:rPr lang="it-IT" sz="2400" dirty="0" err="1"/>
                  <a:t>get</a:t>
                </a:r>
                <a:r>
                  <a:rPr lang="it-IT" sz="2400" dirty="0"/>
                  <a:t> </a:t>
                </a:r>
                <a14:m>
                  <m:oMath xmlns:m="http://schemas.openxmlformats.org/officeDocument/2006/math">
                    <m:sSub>
                      <m:sSubPr>
                        <m:ctrlPr>
                          <a:rPr lang="it-IT" sz="2400" i="1">
                            <a:latin typeface="Cambria Math" panose="02040503050406030204" pitchFamily="18" charset="0"/>
                          </a:rPr>
                        </m:ctrlPr>
                      </m:sSubPr>
                      <m:e>
                        <m:r>
                          <a:rPr lang="it-IT" sz="2400" i="1">
                            <a:latin typeface="Cambria Math" panose="02040503050406030204" pitchFamily="18" charset="0"/>
                          </a:rPr>
                          <m:t>𝐷</m:t>
                        </m:r>
                      </m:e>
                      <m:sub>
                        <m:r>
                          <a:rPr lang="it-IT" sz="2400" i="1">
                            <a:latin typeface="Cambria Math" panose="02040503050406030204" pitchFamily="18" charset="0"/>
                          </a:rPr>
                          <m:t>𝐾</m:t>
                        </m:r>
                      </m:sub>
                    </m:sSub>
                    <m:d>
                      <m:dPr>
                        <m:ctrlPr>
                          <a:rPr lang="it-IT" sz="2400" i="1">
                            <a:latin typeface="Cambria Math" panose="02040503050406030204" pitchFamily="18" charset="0"/>
                          </a:rPr>
                        </m:ctrlPr>
                      </m:dPr>
                      <m:e>
                        <m:sSub>
                          <m:sSubPr>
                            <m:ctrlPr>
                              <a:rPr lang="it-IT" sz="2400" i="1">
                                <a:latin typeface="Cambria Math" panose="02040503050406030204" pitchFamily="18" charset="0"/>
                              </a:rPr>
                            </m:ctrlPr>
                          </m:sSubPr>
                          <m:e>
                            <m:r>
                              <a:rPr lang="it-IT" sz="2400" i="1">
                                <a:latin typeface="Cambria Math" panose="02040503050406030204" pitchFamily="18" charset="0"/>
                              </a:rPr>
                              <m:t>𝐶</m:t>
                            </m:r>
                          </m:e>
                          <m:sub>
                            <m:r>
                              <a:rPr lang="it-IT" sz="2400" i="1">
                                <a:latin typeface="Cambria Math" panose="02040503050406030204" pitchFamily="18" charset="0"/>
                              </a:rPr>
                              <m:t>2</m:t>
                            </m:r>
                          </m:sub>
                        </m:sSub>
                      </m:e>
                    </m:d>
                    <m:d>
                      <m:dPr>
                        <m:begChr m:val="["/>
                        <m:endChr m:val="]"/>
                        <m:ctrlPr>
                          <a:rPr lang="it-IT" sz="2400" i="1">
                            <a:latin typeface="Cambria Math" panose="02040503050406030204" pitchFamily="18" charset="0"/>
                          </a:rPr>
                        </m:ctrlPr>
                      </m:dPr>
                      <m:e>
                        <m:r>
                          <a:rPr lang="it-IT" sz="2400" i="1">
                            <a:latin typeface="Cambria Math" panose="02040503050406030204" pitchFamily="18" charset="0"/>
                          </a:rPr>
                          <m:t>15</m:t>
                        </m:r>
                      </m:e>
                    </m:d>
                  </m:oMath>
                </a14:m>
                <a:r>
                  <a:rPr lang="it-IT" sz="2400" dirty="0"/>
                  <a:t> the </a:t>
                </a:r>
                <a:r>
                  <a:rPr lang="it-IT" sz="2400" dirty="0" err="1"/>
                  <a:t>attacker</a:t>
                </a:r>
                <a:r>
                  <a:rPr lang="it-IT" sz="2400" dirty="0"/>
                  <a:t> </a:t>
                </a:r>
                <a:r>
                  <a:rPr lang="it-IT" sz="2400" dirty="0" err="1"/>
                  <a:t>should</a:t>
                </a:r>
                <a:r>
                  <a:rPr lang="it-IT" sz="2400" dirty="0"/>
                  <a:t> </a:t>
                </a:r>
                <a:r>
                  <a:rPr lang="it-IT" sz="2400" dirty="0" err="1"/>
                  <a:t>now</a:t>
                </a:r>
                <a:r>
                  <a:rPr lang="it-IT" sz="2400" dirty="0"/>
                  <a:t> force 0x02 in the last TWO bytes of </a:t>
                </a:r>
                <a14:m>
                  <m:oMath xmlns:m="http://schemas.openxmlformats.org/officeDocument/2006/math">
                    <m:sSub>
                      <m:sSubPr>
                        <m:ctrlPr>
                          <a:rPr lang="it-IT" sz="2400" i="1">
                            <a:latin typeface="Cambria Math" panose="02040503050406030204" pitchFamily="18" charset="0"/>
                          </a:rPr>
                        </m:ctrlPr>
                      </m:sSubPr>
                      <m:e>
                        <m:r>
                          <a:rPr lang="it-IT" sz="2400" i="1">
                            <a:latin typeface="Cambria Math" panose="02040503050406030204" pitchFamily="18" charset="0"/>
                          </a:rPr>
                          <m:t>𝑃</m:t>
                        </m:r>
                      </m:e>
                      <m:sub>
                        <m:r>
                          <a:rPr lang="it-IT" sz="2400" i="1">
                            <a:latin typeface="Cambria Math" panose="02040503050406030204" pitchFamily="18" charset="0"/>
                          </a:rPr>
                          <m:t>2</m:t>
                        </m:r>
                      </m:sub>
                    </m:sSub>
                    <m:r>
                      <a:rPr lang="it-IT" sz="2400" i="1">
                        <a:latin typeface="Cambria Math" panose="02040503050406030204" pitchFamily="18" charset="0"/>
                      </a:rPr>
                      <m:t>′</m:t>
                    </m:r>
                  </m:oMath>
                </a14:m>
                <a:r>
                  <a:rPr lang="it-IT" sz="2400" dirty="0"/>
                  <a:t>. </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14:m>
                  <m:oMath xmlns:m="http://schemas.openxmlformats.org/officeDocument/2006/math">
                    <m:sSubSup>
                      <m:sSubSupPr>
                        <m:ctrlPr>
                          <a:rPr lang="it-IT" sz="2400" i="1">
                            <a:latin typeface="Cambria Math" panose="02040503050406030204" pitchFamily="18" charset="0"/>
                            <a:ea typeface="Cambria Math" panose="02040503050406030204" pitchFamily="18" charset="0"/>
                          </a:rPr>
                        </m:ctrlPr>
                      </m:sSubSupPr>
                      <m:e>
                        <m:r>
                          <a:rPr lang="it-IT" sz="2400" i="1">
                            <a:latin typeface="Cambria Math" panose="02040503050406030204" pitchFamily="18" charset="0"/>
                            <a:ea typeface="Cambria Math" panose="02040503050406030204" pitchFamily="18" charset="0"/>
                          </a:rPr>
                          <m:t>𝐶</m:t>
                        </m:r>
                      </m:e>
                      <m:sub>
                        <m:r>
                          <a:rPr lang="it-IT" sz="2400" i="1">
                            <a:latin typeface="Cambria Math" panose="02040503050406030204" pitchFamily="18" charset="0"/>
                            <a:ea typeface="Cambria Math" panose="02040503050406030204" pitchFamily="18" charset="0"/>
                          </a:rPr>
                          <m:t>1</m:t>
                        </m:r>
                      </m:sub>
                      <m:sup>
                        <m:r>
                          <a:rPr lang="it-IT" sz="2400" i="1">
                            <a:latin typeface="Cambria Math" panose="02040503050406030204" pitchFamily="18" charset="0"/>
                            <a:ea typeface="Cambria Math" panose="02040503050406030204" pitchFamily="18" charset="0"/>
                          </a:rPr>
                          <m:t>′</m:t>
                        </m:r>
                      </m:sup>
                    </m:sSubSup>
                    <m:d>
                      <m:dPr>
                        <m:begChr m:val="["/>
                        <m:endChr m:val="]"/>
                        <m:ctrlPr>
                          <a:rPr lang="it-IT" sz="2400" i="1">
                            <a:latin typeface="Cambria Math" panose="02040503050406030204" pitchFamily="18" charset="0"/>
                            <a:ea typeface="Cambria Math" panose="02040503050406030204" pitchFamily="18" charset="0"/>
                          </a:rPr>
                        </m:ctrlPr>
                      </m:dPr>
                      <m:e>
                        <m:r>
                          <a:rPr lang="it-IT" sz="2400" i="1">
                            <a:latin typeface="Cambria Math" panose="02040503050406030204" pitchFamily="18" charset="0"/>
                            <a:ea typeface="Cambria Math" panose="02040503050406030204" pitchFamily="18" charset="0"/>
                          </a:rPr>
                          <m:t>15</m:t>
                        </m:r>
                      </m:e>
                    </m:d>
                  </m:oMath>
                </a14:m>
                <a:r>
                  <a:rPr lang="it-IT" sz="2400" dirty="0"/>
                  <a:t> is set to:</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it-IT" sz="2400" dirty="0"/>
                  <a:t>And </a:t>
                </a:r>
                <a:r>
                  <a:rPr lang="it-IT" sz="2400" dirty="0" err="1"/>
                  <a:t>now</a:t>
                </a:r>
                <a:r>
                  <a:rPr lang="it-IT" sz="2400" dirty="0"/>
                  <a:t> the </a:t>
                </a:r>
                <a:r>
                  <a:rPr lang="it-IT" sz="2400" dirty="0" err="1"/>
                  <a:t>attacker</a:t>
                </a:r>
                <a:r>
                  <a:rPr lang="it-IT" sz="2400" dirty="0"/>
                  <a:t> </a:t>
                </a:r>
                <a:r>
                  <a:rPr lang="it-IT" sz="2400" dirty="0" err="1"/>
                  <a:t>changes</a:t>
                </a:r>
                <a:r>
                  <a:rPr lang="it-IT" sz="2400" dirty="0"/>
                  <a:t> </a:t>
                </a:r>
                <a14:m>
                  <m:oMath xmlns:m="http://schemas.openxmlformats.org/officeDocument/2006/math">
                    <m:sSubSup>
                      <m:sSubSupPr>
                        <m:ctrlPr>
                          <a:rPr lang="it-IT" sz="2400" i="1">
                            <a:latin typeface="Cambria Math" panose="02040503050406030204" pitchFamily="18" charset="0"/>
                            <a:ea typeface="Cambria Math" panose="02040503050406030204" pitchFamily="18" charset="0"/>
                          </a:rPr>
                        </m:ctrlPr>
                      </m:sSubSupPr>
                      <m:e>
                        <m:r>
                          <a:rPr lang="it-IT" sz="2400" i="1">
                            <a:latin typeface="Cambria Math" panose="02040503050406030204" pitchFamily="18" charset="0"/>
                            <a:ea typeface="Cambria Math" panose="02040503050406030204" pitchFamily="18" charset="0"/>
                          </a:rPr>
                          <m:t>𝐶</m:t>
                        </m:r>
                      </m:e>
                      <m:sub>
                        <m:r>
                          <a:rPr lang="it-IT" sz="2400" i="1">
                            <a:latin typeface="Cambria Math" panose="02040503050406030204" pitchFamily="18" charset="0"/>
                            <a:ea typeface="Cambria Math" panose="02040503050406030204" pitchFamily="18" charset="0"/>
                          </a:rPr>
                          <m:t>1</m:t>
                        </m:r>
                      </m:sub>
                      <m:sup>
                        <m:r>
                          <a:rPr lang="it-IT" sz="2400" i="1">
                            <a:latin typeface="Cambria Math" panose="02040503050406030204" pitchFamily="18" charset="0"/>
                            <a:ea typeface="Cambria Math" panose="02040503050406030204" pitchFamily="18" charset="0"/>
                          </a:rPr>
                          <m:t>′</m:t>
                        </m:r>
                      </m:sup>
                    </m:sSubSup>
                    <m:d>
                      <m:dPr>
                        <m:begChr m:val="["/>
                        <m:endChr m:val="]"/>
                        <m:ctrlPr>
                          <a:rPr lang="it-IT" sz="2400" i="1">
                            <a:latin typeface="Cambria Math" panose="02040503050406030204" pitchFamily="18" charset="0"/>
                            <a:ea typeface="Cambria Math" panose="02040503050406030204" pitchFamily="18" charset="0"/>
                          </a:rPr>
                        </m:ctrlPr>
                      </m:dPr>
                      <m:e>
                        <m:r>
                          <a:rPr lang="it-IT" sz="2400" i="1">
                            <a:latin typeface="Cambria Math" panose="02040503050406030204" pitchFamily="18" charset="0"/>
                            <a:ea typeface="Cambria Math" panose="02040503050406030204" pitchFamily="18" charset="0"/>
                          </a:rPr>
                          <m:t>1</m:t>
                        </m:r>
                        <m:r>
                          <a:rPr lang="it-IT" sz="2400" b="0" i="1" smtClean="0">
                            <a:latin typeface="Cambria Math" panose="02040503050406030204" pitchFamily="18" charset="0"/>
                            <a:ea typeface="Cambria Math" panose="02040503050406030204" pitchFamily="18" charset="0"/>
                          </a:rPr>
                          <m:t>4</m:t>
                        </m:r>
                      </m:e>
                    </m:d>
                  </m:oMath>
                </a14:m>
                <a:r>
                  <a:rPr lang="it-IT" sz="2400" dirty="0"/>
                  <a:t> </a:t>
                </a:r>
                <a:r>
                  <a:rPr lang="it-IT" sz="2400" dirty="0" err="1"/>
                  <a:t>until</a:t>
                </a:r>
                <a:r>
                  <a:rPr lang="it-IT" sz="2400" dirty="0"/>
                  <a:t> the </a:t>
                </a:r>
                <a:r>
                  <a:rPr lang="it-IT" sz="2400" dirty="0" err="1"/>
                  <a:t>padding</a:t>
                </a:r>
                <a:r>
                  <a:rPr lang="it-IT" sz="2400" dirty="0"/>
                  <a:t> is </a:t>
                </a:r>
                <a:r>
                  <a:rPr lang="it-IT" sz="2400" dirty="0" err="1"/>
                  <a:t>valid</a:t>
                </a:r>
                <a:r>
                  <a:rPr lang="it-IT" sz="2400" dirty="0"/>
                  <a:t> </a:t>
                </a:r>
                <a:r>
                  <a:rPr lang="it-IT" sz="2400" dirty="0" err="1"/>
                  <a:t>again</a:t>
                </a:r>
                <a:r>
                  <a:rPr lang="it-IT" sz="2400" dirty="0"/>
                  <a:t>.</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it-IT" sz="2400" dirty="0" err="1"/>
                  <a:t>Therefore</a:t>
                </a:r>
                <a:r>
                  <a:rPr lang="it-IT" sz="2400" dirty="0"/>
                  <a:t>, the </a:t>
                </a:r>
                <a:r>
                  <a:rPr lang="it-IT" sz="2400" dirty="0" err="1"/>
                  <a:t>attacker</a:t>
                </a:r>
                <a:r>
                  <a:rPr lang="it-IT" sz="2400" dirty="0"/>
                  <a:t> can compute </a:t>
                </a:r>
                <a14:m>
                  <m:oMath xmlns:m="http://schemas.openxmlformats.org/officeDocument/2006/math">
                    <m:sSub>
                      <m:sSubPr>
                        <m:ctrlPr>
                          <a:rPr lang="it-IT" sz="2400" i="1">
                            <a:latin typeface="Cambria Math" panose="02040503050406030204" pitchFamily="18" charset="0"/>
                          </a:rPr>
                        </m:ctrlPr>
                      </m:sSubPr>
                      <m:e>
                        <m:r>
                          <a:rPr lang="it-IT" sz="2400" i="1">
                            <a:latin typeface="Cambria Math" panose="02040503050406030204" pitchFamily="18" charset="0"/>
                          </a:rPr>
                          <m:t>𝐷</m:t>
                        </m:r>
                      </m:e>
                      <m:sub>
                        <m:r>
                          <a:rPr lang="it-IT" sz="2400" i="1">
                            <a:latin typeface="Cambria Math" panose="02040503050406030204" pitchFamily="18" charset="0"/>
                          </a:rPr>
                          <m:t>𝐾</m:t>
                        </m:r>
                      </m:sub>
                    </m:sSub>
                    <m:d>
                      <m:dPr>
                        <m:ctrlPr>
                          <a:rPr lang="it-IT" sz="2400" i="1">
                            <a:latin typeface="Cambria Math" panose="02040503050406030204" pitchFamily="18" charset="0"/>
                          </a:rPr>
                        </m:ctrlPr>
                      </m:dPr>
                      <m:e>
                        <m:sSub>
                          <m:sSubPr>
                            <m:ctrlPr>
                              <a:rPr lang="it-IT" sz="2400" i="1">
                                <a:latin typeface="Cambria Math" panose="02040503050406030204" pitchFamily="18" charset="0"/>
                              </a:rPr>
                            </m:ctrlPr>
                          </m:sSubPr>
                          <m:e>
                            <m:r>
                              <a:rPr lang="it-IT" sz="2400" i="1">
                                <a:latin typeface="Cambria Math" panose="02040503050406030204" pitchFamily="18" charset="0"/>
                              </a:rPr>
                              <m:t>𝐶</m:t>
                            </m:r>
                          </m:e>
                          <m:sub>
                            <m:r>
                              <a:rPr lang="it-IT" sz="2400" i="1">
                                <a:latin typeface="Cambria Math" panose="02040503050406030204" pitchFamily="18" charset="0"/>
                              </a:rPr>
                              <m:t>2</m:t>
                            </m:r>
                          </m:sub>
                        </m:sSub>
                      </m:e>
                    </m:d>
                    <m:d>
                      <m:dPr>
                        <m:begChr m:val="["/>
                        <m:endChr m:val="]"/>
                        <m:ctrlPr>
                          <a:rPr lang="it-IT" sz="2400" i="1">
                            <a:latin typeface="Cambria Math" panose="02040503050406030204" pitchFamily="18" charset="0"/>
                          </a:rPr>
                        </m:ctrlPr>
                      </m:dPr>
                      <m:e>
                        <m:r>
                          <a:rPr lang="it-IT" sz="2400" i="1">
                            <a:latin typeface="Cambria Math" panose="02040503050406030204" pitchFamily="18" charset="0"/>
                          </a:rPr>
                          <m:t>1</m:t>
                        </m:r>
                        <m:r>
                          <a:rPr lang="it-IT" sz="2400" b="0" i="1" smtClean="0">
                            <a:latin typeface="Cambria Math" panose="02040503050406030204" pitchFamily="18" charset="0"/>
                          </a:rPr>
                          <m:t>4</m:t>
                        </m:r>
                      </m:e>
                    </m:d>
                  </m:oMath>
                </a14:m>
                <a:r>
                  <a:rPr lang="en-US" sz="2400" dirty="0"/>
                  <a:t>: </a:t>
                </a: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it-IT" sz="2400" dirty="0"/>
                  <a:t>And so on…</a:t>
                </a:r>
              </a:p>
            </p:txBody>
          </p:sp>
        </mc:Choice>
        <mc:Fallback>
          <p:sp>
            <p:nvSpPr>
              <p:cNvPr id="3" name="Segnaposto testo 2">
                <a:extLst>
                  <a:ext uri="{FF2B5EF4-FFF2-40B4-BE49-F238E27FC236}">
                    <a16:creationId xmlns:a16="http://schemas.microsoft.com/office/drawing/2014/main" id="{C289FF7C-827F-250F-174D-2BCB8CB0B798}"/>
                  </a:ext>
                </a:extLst>
              </p:cNvPr>
              <p:cNvSpPr>
                <a:spLocks noGrp="1" noRot="1" noChangeAspect="1" noMove="1" noResize="1" noEditPoints="1" noAdjustHandles="1" noChangeArrowheads="1" noChangeShapeType="1" noTextEdit="1"/>
              </p:cNvSpPr>
              <p:nvPr>
                <p:ph type="body" sz="quarter" idx="11"/>
              </p:nvPr>
            </p:nvSpPr>
            <p:spPr>
              <a:blipFill>
                <a:blip r:embed="rId2"/>
                <a:stretch>
                  <a:fillRect l="-705" t="-1130" b="-15537"/>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815C1934-C7FB-4ACB-76C1-102774151C92}"/>
                  </a:ext>
                </a:extLst>
              </p:cNvPr>
              <p:cNvSpPr txBox="1"/>
              <p:nvPr/>
            </p:nvSpPr>
            <p:spPr>
              <a:xfrm>
                <a:off x="4511824" y="2924944"/>
                <a:ext cx="2867452" cy="276999"/>
              </a:xfrm>
              <a:prstGeom prst="rect">
                <a:avLst/>
              </a:prstGeom>
              <a:noFill/>
            </p:spPr>
            <p:txBody>
              <a:bodyPr wrap="none" lIns="0" tIns="0" rIns="0" bIns="0" rtlCol="0">
                <a:spAutoFit/>
              </a:bodyPr>
              <a:lstStyle/>
              <a:p>
                <a:pPr/>
                <a14:m>
                  <m:oMath xmlns:m="http://schemas.openxmlformats.org/officeDocument/2006/math">
                    <m:sSubSup>
                      <m:sSubSupPr>
                        <m:ctrlPr>
                          <a:rPr lang="it-IT" i="1" smtClean="0">
                            <a:latin typeface="Cambria Math" panose="02040503050406030204" pitchFamily="18" charset="0"/>
                            <a:ea typeface="Cambria Math" panose="02040503050406030204" pitchFamily="18" charset="0"/>
                          </a:rPr>
                        </m:ctrlPr>
                      </m:sSubSupPr>
                      <m:e>
                        <m:r>
                          <a:rPr lang="it-IT" i="1">
                            <a:latin typeface="Cambria Math" panose="02040503050406030204" pitchFamily="18" charset="0"/>
                            <a:ea typeface="Cambria Math" panose="02040503050406030204" pitchFamily="18" charset="0"/>
                          </a:rPr>
                          <m:t>𝐶</m:t>
                        </m:r>
                      </m:e>
                      <m:sub>
                        <m:r>
                          <a:rPr lang="it-IT" i="1">
                            <a:latin typeface="Cambria Math" panose="02040503050406030204" pitchFamily="18" charset="0"/>
                            <a:ea typeface="Cambria Math" panose="02040503050406030204" pitchFamily="18" charset="0"/>
                          </a:rPr>
                          <m:t>1</m:t>
                        </m:r>
                      </m:sub>
                      <m:sup>
                        <m:r>
                          <a:rPr lang="it-IT" i="1">
                            <a:latin typeface="Cambria Math" panose="02040503050406030204" pitchFamily="18" charset="0"/>
                            <a:ea typeface="Cambria Math" panose="02040503050406030204" pitchFamily="18" charset="0"/>
                          </a:rPr>
                          <m:t>′</m:t>
                        </m:r>
                      </m:sup>
                    </m:sSubSup>
                    <m:d>
                      <m:dPr>
                        <m:begChr m:val="["/>
                        <m:endChr m:val="]"/>
                        <m:ctrlPr>
                          <a:rPr lang="it-IT" i="1">
                            <a:latin typeface="Cambria Math" panose="02040503050406030204" pitchFamily="18" charset="0"/>
                            <a:ea typeface="Cambria Math" panose="02040503050406030204" pitchFamily="18" charset="0"/>
                          </a:rPr>
                        </m:ctrlPr>
                      </m:dPr>
                      <m:e>
                        <m:r>
                          <a:rPr lang="it-IT" i="1">
                            <a:latin typeface="Cambria Math" panose="02040503050406030204" pitchFamily="18" charset="0"/>
                            <a:ea typeface="Cambria Math" panose="02040503050406030204" pitchFamily="18" charset="0"/>
                          </a:rPr>
                          <m:t>15</m:t>
                        </m:r>
                      </m:e>
                    </m:d>
                    <m:r>
                      <a:rPr lang="it-IT" b="0" i="1" smtClean="0">
                        <a:latin typeface="Cambria Math" panose="02040503050406030204" pitchFamily="18" charset="0"/>
                        <a:ea typeface="Cambria Math" panose="02040503050406030204" pitchFamily="18" charset="0"/>
                      </a:rPr>
                      <m:t>=</m:t>
                    </m:r>
                    <m:sSub>
                      <m:sSubPr>
                        <m:ctrlPr>
                          <a:rPr lang="it-IT" b="0"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𝐷</m:t>
                        </m:r>
                      </m:e>
                      <m:sub>
                        <m:r>
                          <a:rPr lang="it-IT" b="0" i="1" smtClean="0">
                            <a:latin typeface="Cambria Math" panose="02040503050406030204" pitchFamily="18" charset="0"/>
                            <a:ea typeface="Cambria Math" panose="02040503050406030204" pitchFamily="18" charset="0"/>
                          </a:rPr>
                          <m:t>𝐾</m:t>
                        </m:r>
                      </m:sub>
                    </m:sSub>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2</m:t>
                            </m:r>
                          </m:sub>
                        </m:sSub>
                      </m:e>
                    </m:d>
                    <m:d>
                      <m:dPr>
                        <m:begChr m:val="["/>
                        <m:endChr m:val="]"/>
                        <m:ctrlPr>
                          <a:rPr lang="it-IT" b="0" i="1" smtClean="0">
                            <a:latin typeface="Cambria Math" panose="02040503050406030204" pitchFamily="18" charset="0"/>
                          </a:rPr>
                        </m:ctrlPr>
                      </m:dPr>
                      <m:e>
                        <m:r>
                          <a:rPr lang="it-IT" b="0" i="1" smtClean="0">
                            <a:latin typeface="Cambria Math" panose="02040503050406030204" pitchFamily="18" charset="0"/>
                          </a:rPr>
                          <m:t>15</m:t>
                        </m:r>
                      </m:e>
                    </m:d>
                    <m:r>
                      <a:rPr lang="it-IT" i="1">
                        <a:latin typeface="Cambria Math" panose="02040503050406030204" pitchFamily="18" charset="0"/>
                        <a:ea typeface="Cambria Math" panose="02040503050406030204" pitchFamily="18" charset="0"/>
                      </a:rPr>
                      <m:t>⨁</m:t>
                    </m:r>
                  </m:oMath>
                </a14:m>
                <a:r>
                  <a:rPr lang="it-IT" dirty="0"/>
                  <a:t> 0x02</a:t>
                </a:r>
              </a:p>
            </p:txBody>
          </p:sp>
        </mc:Choice>
        <mc:Fallback>
          <p:sp>
            <p:nvSpPr>
              <p:cNvPr id="4" name="CasellaDiTesto 3">
                <a:extLst>
                  <a:ext uri="{FF2B5EF4-FFF2-40B4-BE49-F238E27FC236}">
                    <a16:creationId xmlns:a16="http://schemas.microsoft.com/office/drawing/2014/main" id="{815C1934-C7FB-4ACB-76C1-102774151C92}"/>
                  </a:ext>
                </a:extLst>
              </p:cNvPr>
              <p:cNvSpPr txBox="1">
                <a:spLocks noRot="1" noChangeAspect="1" noMove="1" noResize="1" noEditPoints="1" noAdjustHandles="1" noChangeArrowheads="1" noChangeShapeType="1" noTextEdit="1"/>
              </p:cNvSpPr>
              <p:nvPr/>
            </p:nvSpPr>
            <p:spPr>
              <a:xfrm>
                <a:off x="4511824" y="2924944"/>
                <a:ext cx="2867452" cy="276999"/>
              </a:xfrm>
              <a:prstGeom prst="rect">
                <a:avLst/>
              </a:prstGeom>
              <a:blipFill>
                <a:blip r:embed="rId3"/>
                <a:stretch>
                  <a:fillRect l="-2760" t="-28889" r="-849" b="-5111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BD21ED8B-E95A-EB83-90CB-B80F9260363E}"/>
                  </a:ext>
                </a:extLst>
              </p:cNvPr>
              <p:cNvSpPr txBox="1"/>
              <p:nvPr/>
            </p:nvSpPr>
            <p:spPr>
              <a:xfrm>
                <a:off x="4511824" y="5262157"/>
                <a:ext cx="308289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𝐷</m:t>
                          </m:r>
                        </m:e>
                        <m:sub>
                          <m:r>
                            <a:rPr lang="it-IT" b="0" i="1" smtClean="0">
                              <a:latin typeface="Cambria Math" panose="02040503050406030204" pitchFamily="18" charset="0"/>
                            </a:rPr>
                            <m:t>𝐾</m:t>
                          </m:r>
                        </m:sub>
                      </m:sSub>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2</m:t>
                              </m:r>
                            </m:sub>
                          </m:sSub>
                        </m:e>
                      </m:d>
                      <m:d>
                        <m:dPr>
                          <m:begChr m:val="["/>
                          <m:endChr m:val="]"/>
                          <m:ctrlPr>
                            <a:rPr lang="it-IT" b="0" i="1" smtClean="0">
                              <a:latin typeface="Cambria Math" panose="02040503050406030204" pitchFamily="18" charset="0"/>
                            </a:rPr>
                          </m:ctrlPr>
                        </m:dPr>
                        <m:e>
                          <m:r>
                            <a:rPr lang="it-IT" b="0" i="1" smtClean="0">
                              <a:latin typeface="Cambria Math" panose="02040503050406030204" pitchFamily="18" charset="0"/>
                            </a:rPr>
                            <m:t>14</m:t>
                          </m:r>
                        </m:e>
                      </m:d>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𝑃</m:t>
                          </m:r>
                        </m:e>
                        <m:sub>
                          <m:r>
                            <a:rPr lang="it-IT" i="1">
                              <a:latin typeface="Cambria Math" panose="02040503050406030204" pitchFamily="18" charset="0"/>
                            </a:rPr>
                            <m:t>2</m:t>
                          </m:r>
                        </m:sub>
                      </m:sSub>
                      <m:r>
                        <a:rPr lang="it-IT" b="0" i="1" smtClean="0">
                          <a:latin typeface="Cambria Math" panose="02040503050406030204" pitchFamily="18" charset="0"/>
                        </a:rPr>
                        <m:t>′</m:t>
                      </m:r>
                      <m:r>
                        <a:rPr lang="it-IT" i="1">
                          <a:latin typeface="Cambria Math" panose="02040503050406030204" pitchFamily="18" charset="0"/>
                        </a:rPr>
                        <m:t>[1</m:t>
                      </m:r>
                      <m:r>
                        <a:rPr lang="it-IT" b="0" i="1" smtClean="0">
                          <a:latin typeface="Cambria Math" panose="02040503050406030204" pitchFamily="18" charset="0"/>
                        </a:rPr>
                        <m:t>4</m:t>
                      </m:r>
                      <m:r>
                        <a:rPr lang="it-IT" i="1">
                          <a:latin typeface="Cambria Math" panose="02040503050406030204" pitchFamily="18" charset="0"/>
                        </a:rPr>
                        <m:t>]</m:t>
                      </m:r>
                      <m:r>
                        <a:rPr lang="it-IT" i="1">
                          <a:latin typeface="Cambria Math" panose="02040503050406030204" pitchFamily="18" charset="0"/>
                          <a:ea typeface="Cambria Math" panose="02040503050406030204" pitchFamily="18" charset="0"/>
                        </a:rPr>
                        <m:t>⨁</m:t>
                      </m:r>
                      <m:sSub>
                        <m:sSubPr>
                          <m:ctrlPr>
                            <a:rPr lang="it-IT"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𝐶</m:t>
                          </m:r>
                        </m:e>
                        <m:sub>
                          <m:r>
                            <a:rPr lang="it-IT" b="0" i="1" smtClean="0">
                              <a:latin typeface="Cambria Math" panose="02040503050406030204" pitchFamily="18" charset="0"/>
                              <a:ea typeface="Cambria Math" panose="02040503050406030204" pitchFamily="18" charset="0"/>
                            </a:rPr>
                            <m:t>1</m:t>
                          </m:r>
                        </m:sub>
                      </m:sSub>
                      <m:r>
                        <a:rPr lang="it-IT" b="0" i="1" smtClean="0">
                          <a:latin typeface="Cambria Math" panose="02040503050406030204" pitchFamily="18" charset="0"/>
                          <a:ea typeface="Cambria Math" panose="02040503050406030204" pitchFamily="18" charset="0"/>
                        </a:rPr>
                        <m:t>′[14]</m:t>
                      </m:r>
                    </m:oMath>
                  </m:oMathPara>
                </a14:m>
                <a:endParaRPr lang="it-IT" dirty="0"/>
              </a:p>
            </p:txBody>
          </p:sp>
        </mc:Choice>
        <mc:Fallback>
          <p:sp>
            <p:nvSpPr>
              <p:cNvPr id="5" name="CasellaDiTesto 4">
                <a:extLst>
                  <a:ext uri="{FF2B5EF4-FFF2-40B4-BE49-F238E27FC236}">
                    <a16:creationId xmlns:a16="http://schemas.microsoft.com/office/drawing/2014/main" id="{BD21ED8B-E95A-EB83-90CB-B80F9260363E}"/>
                  </a:ext>
                </a:extLst>
              </p:cNvPr>
              <p:cNvSpPr txBox="1">
                <a:spLocks noRot="1" noChangeAspect="1" noMove="1" noResize="1" noEditPoints="1" noAdjustHandles="1" noChangeArrowheads="1" noChangeShapeType="1" noTextEdit="1"/>
              </p:cNvSpPr>
              <p:nvPr/>
            </p:nvSpPr>
            <p:spPr>
              <a:xfrm>
                <a:off x="4511824" y="5262157"/>
                <a:ext cx="3082895" cy="276999"/>
              </a:xfrm>
              <a:prstGeom prst="rect">
                <a:avLst/>
              </a:prstGeom>
              <a:blipFill>
                <a:blip r:embed="rId4"/>
                <a:stretch>
                  <a:fillRect l="-1186" t="-4348" r="-2569" b="-36957"/>
                </a:stretch>
              </a:blipFill>
            </p:spPr>
            <p:txBody>
              <a:bodyPr/>
              <a:lstStyle/>
              <a:p>
                <a:r>
                  <a:rPr lang="it-IT">
                    <a:noFill/>
                  </a:rPr>
                  <a:t> </a:t>
                </a:r>
              </a:p>
            </p:txBody>
          </p:sp>
        </mc:Fallback>
      </mc:AlternateContent>
      <p:sp>
        <p:nvSpPr>
          <p:cNvPr id="6" name="Parentesi graffa aperta 5">
            <a:extLst>
              <a:ext uri="{FF2B5EF4-FFF2-40B4-BE49-F238E27FC236}">
                <a16:creationId xmlns:a16="http://schemas.microsoft.com/office/drawing/2014/main" id="{90F7F2CC-C394-3BB6-9DF0-4919239BA749}"/>
              </a:ext>
            </a:extLst>
          </p:cNvPr>
          <p:cNvSpPr/>
          <p:nvPr/>
        </p:nvSpPr>
        <p:spPr>
          <a:xfrm rot="16200000">
            <a:off x="6032815" y="5498637"/>
            <a:ext cx="463143" cy="64807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it-IT"/>
          </a:p>
        </p:txBody>
      </p:sp>
      <p:sp>
        <p:nvSpPr>
          <p:cNvPr id="7" name="Parentesi graffa aperta 6">
            <a:extLst>
              <a:ext uri="{FF2B5EF4-FFF2-40B4-BE49-F238E27FC236}">
                <a16:creationId xmlns:a16="http://schemas.microsoft.com/office/drawing/2014/main" id="{85A556F3-D1EE-0B29-42CD-076068A19C95}"/>
              </a:ext>
            </a:extLst>
          </p:cNvPr>
          <p:cNvSpPr/>
          <p:nvPr/>
        </p:nvSpPr>
        <p:spPr>
          <a:xfrm rot="16200000">
            <a:off x="7039111" y="5498637"/>
            <a:ext cx="463143" cy="64807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it-IT"/>
          </a:p>
        </p:txBody>
      </p:sp>
      <p:sp>
        <p:nvSpPr>
          <p:cNvPr id="8" name="CasellaDiTesto 7">
            <a:extLst>
              <a:ext uri="{FF2B5EF4-FFF2-40B4-BE49-F238E27FC236}">
                <a16:creationId xmlns:a16="http://schemas.microsoft.com/office/drawing/2014/main" id="{D0030244-BB59-EFE6-98C5-458E6C3AF7E9}"/>
              </a:ext>
            </a:extLst>
          </p:cNvPr>
          <p:cNvSpPr txBox="1"/>
          <p:nvPr/>
        </p:nvSpPr>
        <p:spPr>
          <a:xfrm>
            <a:off x="6010541" y="6062350"/>
            <a:ext cx="648073" cy="369332"/>
          </a:xfrm>
          <a:prstGeom prst="rect">
            <a:avLst/>
          </a:prstGeom>
          <a:noFill/>
        </p:spPr>
        <p:txBody>
          <a:bodyPr wrap="square" rtlCol="0">
            <a:spAutoFit/>
          </a:bodyPr>
          <a:lstStyle/>
          <a:p>
            <a:r>
              <a:rPr lang="it-IT" dirty="0"/>
              <a:t>0x02</a:t>
            </a:r>
          </a:p>
        </p:txBody>
      </p:sp>
      <p:sp>
        <p:nvSpPr>
          <p:cNvPr id="9" name="CasellaDiTesto 8">
            <a:extLst>
              <a:ext uri="{FF2B5EF4-FFF2-40B4-BE49-F238E27FC236}">
                <a16:creationId xmlns:a16="http://schemas.microsoft.com/office/drawing/2014/main" id="{CCD23480-ACA9-0BDC-042E-F373C920224C}"/>
              </a:ext>
            </a:extLst>
          </p:cNvPr>
          <p:cNvSpPr txBox="1"/>
          <p:nvPr/>
        </p:nvSpPr>
        <p:spPr>
          <a:xfrm>
            <a:off x="6946645" y="6062350"/>
            <a:ext cx="2522097" cy="369332"/>
          </a:xfrm>
          <a:prstGeom prst="rect">
            <a:avLst/>
          </a:prstGeom>
          <a:noFill/>
        </p:spPr>
        <p:txBody>
          <a:bodyPr wrap="square" rtlCol="0">
            <a:spAutoFit/>
          </a:bodyPr>
          <a:lstStyle/>
          <a:p>
            <a:r>
              <a:rPr lang="it-IT" dirty="0" err="1"/>
              <a:t>Decided</a:t>
            </a:r>
            <a:r>
              <a:rPr lang="it-IT" dirty="0"/>
              <a:t> by the </a:t>
            </a:r>
            <a:r>
              <a:rPr lang="it-IT" dirty="0" err="1"/>
              <a:t>attacker</a:t>
            </a:r>
            <a:endParaRPr lang="it-IT" dirty="0"/>
          </a:p>
        </p:txBody>
      </p:sp>
    </p:spTree>
    <p:extLst>
      <p:ext uri="{BB962C8B-B14F-4D97-AF65-F5344CB8AC3E}">
        <p14:creationId xmlns:p14="http://schemas.microsoft.com/office/powerpoint/2010/main" val="7751838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2E49C72-74E5-3335-BCBC-6350A1879FDA}"/>
              </a:ext>
            </a:extLst>
          </p:cNvPr>
          <p:cNvSpPr>
            <a:spLocks noGrp="1"/>
          </p:cNvSpPr>
          <p:nvPr>
            <p:ph type="title"/>
          </p:nvPr>
        </p:nvSpPr>
        <p:spPr/>
        <p:txBody>
          <a:bodyPr/>
          <a:lstStyle/>
          <a:p>
            <a:r>
              <a:rPr lang="it-IT" sz="3800" dirty="0" err="1"/>
              <a:t>Padding</a:t>
            </a:r>
            <a:r>
              <a:rPr lang="it-IT" sz="3800" dirty="0"/>
              <a:t> Oracle Attack (5)</a:t>
            </a:r>
          </a:p>
        </p:txBody>
      </p:sp>
      <mc:AlternateContent xmlns:mc="http://schemas.openxmlformats.org/markup-compatibility/2006">
        <mc:Choice xmlns:a14="http://schemas.microsoft.com/office/drawing/2010/main" Requires="a14">
          <p:sp>
            <p:nvSpPr>
              <p:cNvPr id="3" name="Segnaposto testo 2">
                <a:extLst>
                  <a:ext uri="{FF2B5EF4-FFF2-40B4-BE49-F238E27FC236}">
                    <a16:creationId xmlns:a16="http://schemas.microsoft.com/office/drawing/2014/main" id="{4FA6DC23-5317-96FF-4D9C-91D0A5EEC39D}"/>
                  </a:ext>
                </a:extLst>
              </p:cNvPr>
              <p:cNvSpPr>
                <a:spLocks noGrp="1"/>
              </p:cNvSpPr>
              <p:nvPr>
                <p:ph type="body" sz="quarter" idx="11"/>
              </p:nvPr>
            </p:nvSpPr>
            <p:spPr/>
            <p:txBody>
              <a:bodyPr/>
              <a:lstStyle/>
              <a:p>
                <a:pPr marL="342900" indent="-342900">
                  <a:buFont typeface="Arial" panose="020B0604020202020204" pitchFamily="34" charset="0"/>
                  <a:buChar char="•"/>
                </a:pPr>
                <a:r>
                  <a:rPr lang="en-US" sz="2400" dirty="0"/>
                  <a:t>If a block consists of 128 bits (AES, for example), which is 16 bytes, the attacker will obtain plaintext </a:t>
                </a:r>
                <a14:m>
                  <m:oMath xmlns:m="http://schemas.openxmlformats.org/officeDocument/2006/math">
                    <m:sSub>
                      <m:sSubPr>
                        <m:ctrlPr>
                          <a:rPr lang="en-US" sz="2400" i="1" smtClean="0">
                            <a:latin typeface="Cambria Math" panose="02040503050406030204" pitchFamily="18" charset="0"/>
                          </a:rPr>
                        </m:ctrlPr>
                      </m:sSubPr>
                      <m:e>
                        <m:r>
                          <a:rPr lang="it-IT" sz="2400" b="0" i="1" smtClean="0">
                            <a:latin typeface="Cambria Math" panose="02040503050406030204" pitchFamily="18" charset="0"/>
                          </a:rPr>
                          <m:t>𝑃</m:t>
                        </m:r>
                      </m:e>
                      <m:sub>
                        <m:r>
                          <a:rPr lang="it-IT" sz="2400" b="0" i="1" smtClean="0">
                            <a:latin typeface="Cambria Math" panose="02040503050406030204" pitchFamily="18" charset="0"/>
                          </a:rPr>
                          <m:t>2</m:t>
                        </m:r>
                      </m:sub>
                    </m:sSub>
                  </m:oMath>
                </a14:m>
                <a:r>
                  <a:rPr lang="en-US" sz="2400" dirty="0"/>
                  <a:t>in no more than 256⋅16 = 4096 attempts. This is significantly faster than the 2^128 attempts required to brute-force a 128-bit key.</a:t>
                </a:r>
                <a:endParaRPr lang="it-IT" sz="2400" dirty="0"/>
              </a:p>
              <a:p>
                <a:pPr marL="342900" indent="-342900">
                  <a:buFont typeface="Arial" panose="020B0604020202020204" pitchFamily="34" charset="0"/>
                  <a:buChar char="•"/>
                </a:pPr>
                <a:endParaRPr lang="it-IT" sz="2400" b="1" u="sng" dirty="0"/>
              </a:p>
              <a:p>
                <a:pPr marL="342900" indent="-342900">
                  <a:buFont typeface="Arial" panose="020B0604020202020204" pitchFamily="34" charset="0"/>
                  <a:buChar char="•"/>
                </a:pPr>
                <a:r>
                  <a:rPr lang="it-IT" sz="2400" b="1" u="sng" dirty="0" err="1"/>
                  <a:t>What</a:t>
                </a:r>
                <a:r>
                  <a:rPr lang="it-IT" sz="2400" b="1" u="sng" dirty="0"/>
                  <a:t> </a:t>
                </a:r>
                <a:r>
                  <a:rPr lang="it-IT" sz="2400" b="1" u="sng" dirty="0" err="1"/>
                  <a:t>was</a:t>
                </a:r>
                <a:r>
                  <a:rPr lang="it-IT" sz="2400" b="1" u="sng" dirty="0"/>
                  <a:t> the </a:t>
                </a:r>
                <a:r>
                  <a:rPr lang="it-IT" sz="2400" b="1" u="sng" dirty="0" err="1"/>
                  <a:t>problem</a:t>
                </a:r>
                <a:r>
                  <a:rPr lang="it-IT" sz="2400" b="1" u="sng" dirty="0"/>
                  <a:t>?</a:t>
                </a:r>
              </a:p>
              <a:p>
                <a:pPr marL="342900" indent="-342900">
                  <a:buFont typeface="Arial" panose="020B0604020202020204" pitchFamily="34" charset="0"/>
                  <a:buChar char="•"/>
                </a:pPr>
                <a:endParaRPr lang="it-IT" sz="2400" dirty="0"/>
              </a:p>
              <a:p>
                <a:r>
                  <a:rPr lang="it-IT" sz="2400" dirty="0"/>
                  <a:t>    1. 	</a:t>
                </a:r>
                <a:r>
                  <a:rPr lang="it-IT" sz="2400" dirty="0" err="1"/>
                  <a:t>Before</a:t>
                </a:r>
                <a:r>
                  <a:rPr lang="it-IT" sz="2400" dirty="0"/>
                  <a:t> checking the MAC, the message is </a:t>
                </a:r>
                <a:r>
                  <a:rPr lang="it-IT" sz="2400" dirty="0" err="1"/>
                  <a:t>decrypted</a:t>
                </a:r>
                <a:r>
                  <a:rPr lang="it-IT" sz="2400" dirty="0"/>
                  <a:t>, </a:t>
                </a:r>
                <a:r>
                  <a:rPr lang="it-IT" sz="2400" dirty="0" err="1"/>
                  <a:t>then</a:t>
                </a:r>
                <a:r>
                  <a:rPr lang="it-IT" sz="2400" dirty="0"/>
                  <a:t> the </a:t>
                </a:r>
                <a:r>
                  <a:rPr lang="it-IT" sz="2400" dirty="0" err="1"/>
                  <a:t>padding</a:t>
                </a:r>
                <a:r>
                  <a:rPr lang="it-IT" sz="2400" dirty="0"/>
                  <a:t> is </a:t>
                </a:r>
                <a:r>
                  <a:rPr lang="it-IT" sz="2400" dirty="0" err="1"/>
                  <a:t>checked</a:t>
                </a:r>
                <a:r>
                  <a:rPr lang="it-IT" sz="2400" dirty="0"/>
                  <a:t>, 	and, </a:t>
                </a:r>
                <a:r>
                  <a:rPr lang="it-IT" sz="2400" dirty="0" err="1"/>
                  <a:t>only</a:t>
                </a:r>
                <a:r>
                  <a:rPr lang="it-IT" sz="2400" dirty="0"/>
                  <a:t> in the end, the MAC is </a:t>
                </a:r>
                <a:r>
                  <a:rPr lang="it-IT" sz="2400" dirty="0" err="1"/>
                  <a:t>verified</a:t>
                </a:r>
                <a:r>
                  <a:rPr lang="it-IT" sz="2400"/>
                  <a:t>.</a:t>
                </a:r>
              </a:p>
              <a:p>
                <a:endParaRPr lang="it-IT" sz="2400" dirty="0"/>
              </a:p>
              <a:p>
                <a:r>
                  <a:rPr lang="it-IT" sz="2400" dirty="0"/>
                  <a:t>    2. 	The server </a:t>
                </a:r>
                <a:r>
                  <a:rPr lang="it-IT" sz="2400" dirty="0" err="1"/>
                  <a:t>reveals</a:t>
                </a:r>
                <a:r>
                  <a:rPr lang="it-IT" sz="2400" dirty="0"/>
                  <a:t> </a:t>
                </a:r>
                <a:r>
                  <a:rPr lang="it-IT" sz="2400" dirty="0" err="1"/>
                  <a:t>if</a:t>
                </a:r>
                <a:r>
                  <a:rPr lang="it-IT" sz="2400" dirty="0"/>
                  <a:t> the </a:t>
                </a:r>
                <a:r>
                  <a:rPr lang="it-IT" sz="2400" dirty="0" err="1"/>
                  <a:t>padding</a:t>
                </a:r>
                <a:r>
                  <a:rPr lang="it-IT" sz="2400" dirty="0"/>
                  <a:t> is </a:t>
                </a:r>
                <a:r>
                  <a:rPr lang="it-IT" sz="2400" dirty="0" err="1"/>
                  <a:t>correct</a:t>
                </a:r>
                <a:r>
                  <a:rPr lang="it-IT" sz="2400" dirty="0"/>
                  <a:t> (be </a:t>
                </a:r>
                <a:r>
                  <a:rPr lang="it-IT" sz="2400" dirty="0" err="1"/>
                  <a:t>careful</a:t>
                </a:r>
                <a:r>
                  <a:rPr lang="it-IT" sz="2400" dirty="0"/>
                  <a:t> to timing </a:t>
                </a:r>
                <a:r>
                  <a:rPr lang="it-IT" sz="2400" dirty="0" err="1"/>
                  <a:t>attack</a:t>
                </a:r>
                <a:r>
                  <a:rPr lang="it-IT" sz="2400" dirty="0"/>
                  <a:t> </a:t>
                </a:r>
                <a:r>
                  <a:rPr lang="it-IT" sz="2400" dirty="0" err="1"/>
                  <a:t>also</a:t>
                </a:r>
                <a:r>
                  <a:rPr lang="it-IT" sz="2400" dirty="0"/>
                  <a:t>!).</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p:txBody>
          </p:sp>
        </mc:Choice>
        <mc:Fallback>
          <p:sp>
            <p:nvSpPr>
              <p:cNvPr id="3" name="Segnaposto testo 2">
                <a:extLst>
                  <a:ext uri="{FF2B5EF4-FFF2-40B4-BE49-F238E27FC236}">
                    <a16:creationId xmlns:a16="http://schemas.microsoft.com/office/drawing/2014/main" id="{4FA6DC23-5317-96FF-4D9C-91D0A5EEC39D}"/>
                  </a:ext>
                </a:extLst>
              </p:cNvPr>
              <p:cNvSpPr>
                <a:spLocks noGrp="1" noRot="1" noChangeAspect="1" noMove="1" noResize="1" noEditPoints="1" noAdjustHandles="1" noChangeArrowheads="1" noChangeShapeType="1" noTextEdit="1"/>
              </p:cNvSpPr>
              <p:nvPr>
                <p:ph type="body" sz="quarter" idx="11"/>
              </p:nvPr>
            </p:nvSpPr>
            <p:spPr>
              <a:blipFill>
                <a:blip r:embed="rId2"/>
                <a:stretch>
                  <a:fillRect l="-705" t="-1130" r="-922" b="-282"/>
                </a:stretch>
              </a:blipFill>
            </p:spPr>
            <p:txBody>
              <a:bodyPr/>
              <a:lstStyle/>
              <a:p>
                <a:r>
                  <a:rPr lang="it-IT">
                    <a:noFill/>
                  </a:rPr>
                  <a:t> </a:t>
                </a:r>
              </a:p>
            </p:txBody>
          </p:sp>
        </mc:Fallback>
      </mc:AlternateContent>
    </p:spTree>
    <p:extLst>
      <p:ext uri="{BB962C8B-B14F-4D97-AF65-F5344CB8AC3E}">
        <p14:creationId xmlns:p14="http://schemas.microsoft.com/office/powerpoint/2010/main" val="12854437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7C40D-489B-2A4D-78C7-052346489C6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D6F415C-7CD8-5FAF-E788-E4023F3E0CC4}"/>
              </a:ext>
            </a:extLst>
          </p:cNvPr>
          <p:cNvSpPr>
            <a:spLocks noGrp="1"/>
          </p:cNvSpPr>
          <p:nvPr>
            <p:ph type="title"/>
          </p:nvPr>
        </p:nvSpPr>
        <p:spPr/>
        <p:txBody>
          <a:bodyPr/>
          <a:lstStyle/>
          <a:p>
            <a:r>
              <a:rPr lang="it-IT" sz="3800" dirty="0" err="1"/>
              <a:t>Encrypt</a:t>
            </a:r>
            <a:r>
              <a:rPr lang="it-IT" sz="3800" dirty="0"/>
              <a:t> </a:t>
            </a:r>
            <a:r>
              <a:rPr lang="it-IT" sz="3800" dirty="0" err="1"/>
              <a:t>than</a:t>
            </a:r>
            <a:r>
              <a:rPr lang="it-IT" sz="3800" dirty="0"/>
              <a:t> MAC</a:t>
            </a:r>
          </a:p>
        </p:txBody>
      </p:sp>
      <p:sp>
        <p:nvSpPr>
          <p:cNvPr id="3" name="Segnaposto testo 2">
            <a:extLst>
              <a:ext uri="{FF2B5EF4-FFF2-40B4-BE49-F238E27FC236}">
                <a16:creationId xmlns:a16="http://schemas.microsoft.com/office/drawing/2014/main" id="{F91DB977-E003-136B-2AFC-1CE7CB87B633}"/>
              </a:ext>
            </a:extLst>
          </p:cNvPr>
          <p:cNvSpPr>
            <a:spLocks noGrp="1"/>
          </p:cNvSpPr>
          <p:nvPr>
            <p:ph type="body" sz="quarter" idx="11"/>
          </p:nvPr>
        </p:nvSpPr>
        <p:spPr>
          <a:xfrm>
            <a:off x="527052" y="1412875"/>
            <a:ext cx="8424862" cy="4320381"/>
          </a:xfrm>
        </p:spPr>
        <p:txBody>
          <a:bodyPr/>
          <a:lstStyle/>
          <a:p>
            <a:pPr marL="342900" indent="-342900">
              <a:buFont typeface="Arial" panose="020B0604020202020204" pitchFamily="34" charset="0"/>
              <a:buChar char="•"/>
            </a:pPr>
            <a:r>
              <a:rPr lang="en-US" sz="2400" dirty="0"/>
              <a:t>Encrypts the plaintext and then calculates a MAC on the ciphertext. </a:t>
            </a:r>
            <a:r>
              <a:rPr lang="en-US" sz="2400" b="1" u="sng" dirty="0"/>
              <a:t>It is considered the most secure approach to authenticated encryption.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receiver verifies the MAC before attempting to decrypt the data. If the tag is invalid, the message is discarded, preventing decryption of manipulated data.</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Common in modern security protocols like IPsec and available as an extension in TLS 1.2 and 1.3.</a:t>
            </a:r>
            <a:endParaRPr lang="it-IT" sz="2400" dirty="0"/>
          </a:p>
        </p:txBody>
      </p:sp>
      <p:pic>
        <p:nvPicPr>
          <p:cNvPr id="9218" name="Picture 2" descr="Authenticated encryption — 🧠 SuperKogito documentation">
            <a:extLst>
              <a:ext uri="{FF2B5EF4-FFF2-40B4-BE49-F238E27FC236}">
                <a16:creationId xmlns:a16="http://schemas.microsoft.com/office/drawing/2014/main" id="{3A2BA9E0-A500-7BC2-C50F-001FF37CCB1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3186"/>
          <a:stretch>
            <a:fillRect/>
          </a:stretch>
        </p:blipFill>
        <p:spPr bwMode="auto">
          <a:xfrm>
            <a:off x="8916763" y="1510902"/>
            <a:ext cx="2748186" cy="412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56413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9784E-DBD4-F7E6-20CF-2DD85D7EC19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A386CC1-F770-1004-A9DC-EBBB1A1399C4}"/>
              </a:ext>
            </a:extLst>
          </p:cNvPr>
          <p:cNvSpPr>
            <a:spLocks noGrp="1"/>
          </p:cNvSpPr>
          <p:nvPr>
            <p:ph type="title"/>
          </p:nvPr>
        </p:nvSpPr>
        <p:spPr/>
        <p:txBody>
          <a:bodyPr/>
          <a:lstStyle/>
          <a:p>
            <a:r>
              <a:rPr lang="it-IT" sz="3800" dirty="0"/>
              <a:t>How to compare </a:t>
            </a:r>
            <a:r>
              <a:rPr lang="it-IT" sz="3800" dirty="0" err="1"/>
              <a:t>MACs</a:t>
            </a:r>
            <a:endParaRPr lang="it-IT" sz="3800" dirty="0"/>
          </a:p>
        </p:txBody>
      </p:sp>
      <p:sp>
        <p:nvSpPr>
          <p:cNvPr id="3" name="Segnaposto testo 2">
            <a:extLst>
              <a:ext uri="{FF2B5EF4-FFF2-40B4-BE49-F238E27FC236}">
                <a16:creationId xmlns:a16="http://schemas.microsoft.com/office/drawing/2014/main" id="{1AAF0BF1-7BD6-6B4B-5AAE-0BE94F8024D0}"/>
              </a:ext>
            </a:extLst>
          </p:cNvPr>
          <p:cNvSpPr>
            <a:spLocks noGrp="1"/>
          </p:cNvSpPr>
          <p:nvPr>
            <p:ph type="body" sz="quarter" idx="11"/>
          </p:nvPr>
        </p:nvSpPr>
        <p:spPr/>
        <p:txBody>
          <a:bodyPr/>
          <a:lstStyle/>
          <a:p>
            <a:pPr marL="342900" indent="-342900">
              <a:buFont typeface="Arial" panose="020B0604020202020204" pitchFamily="34" charset="0"/>
              <a:buChar char="•"/>
            </a:pPr>
            <a:r>
              <a:rPr lang="it-IT" sz="2400" dirty="0" err="1"/>
              <a:t>Before</a:t>
            </a:r>
            <a:r>
              <a:rPr lang="it-IT" sz="2400" dirty="0"/>
              <a:t> </a:t>
            </a:r>
            <a:r>
              <a:rPr lang="it-IT" sz="2400" dirty="0" err="1"/>
              <a:t>decrypting</a:t>
            </a:r>
            <a:r>
              <a:rPr lang="it-IT" sz="2400" dirty="0"/>
              <a:t> the message, the </a:t>
            </a:r>
            <a:r>
              <a:rPr lang="it-IT" sz="2400" dirty="0" err="1"/>
              <a:t>receiver</a:t>
            </a:r>
            <a:r>
              <a:rPr lang="it-IT" sz="2400" dirty="0"/>
              <a:t> </a:t>
            </a:r>
            <a:r>
              <a:rPr lang="it-IT" sz="2400" b="1" u="sng" dirty="0"/>
              <a:t>MUST</a:t>
            </a:r>
            <a:r>
              <a:rPr lang="it-IT" sz="2400" dirty="0"/>
              <a:t> </a:t>
            </a:r>
            <a:r>
              <a:rPr lang="en-US" sz="2400" dirty="0"/>
              <a:t>recalculate the MAC using the same secret key and algorithm as the sender, then perform a constant-time comparison. If the computed MAC matches the received MAC, the message is deemed authentic and untampered.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Use Constant-Time Comparison</a:t>
            </a:r>
            <a:r>
              <a:rPr lang="en-US" sz="2400" dirty="0"/>
              <a:t>: When comparing the MACs, use a cryptographic constant-time string comparison function. This prevents </a:t>
            </a:r>
            <a:r>
              <a:rPr lang="en-US" sz="2400" i="1" dirty="0"/>
              <a:t>timing attacks</a:t>
            </a:r>
            <a:r>
              <a:rPr lang="en-US" sz="2400" dirty="0"/>
              <a:t>, where an attacker deduces the MAC byte-by-byte based on how long the comparison takes.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Avoid Simple Equality Operators</a:t>
            </a:r>
            <a:r>
              <a:rPr lang="en-US" sz="2400" dirty="0"/>
              <a:t>: Do not use standard string comparison methods (like == or </a:t>
            </a:r>
            <a:r>
              <a:rPr lang="en-US" sz="2400" dirty="0" err="1"/>
              <a:t>Arrays.equals</a:t>
            </a:r>
            <a:r>
              <a:rPr lang="en-US" sz="2400" dirty="0"/>
              <a:t>()) as they often return immediately upon finding the first differing character, creating timing vulnerabilities. </a:t>
            </a:r>
            <a:r>
              <a:rPr lang="en-US" sz="2400" b="1" dirty="0">
                <a:solidFill>
                  <a:srgbClr val="FF0000"/>
                </a:solidFill>
              </a:rPr>
              <a:t>Use </a:t>
            </a:r>
            <a:r>
              <a:rPr lang="en-US" sz="2400" b="1" dirty="0" err="1">
                <a:solidFill>
                  <a:srgbClr val="FF0000"/>
                </a:solidFill>
              </a:rPr>
              <a:t>MessageDigest.isEqual</a:t>
            </a:r>
            <a:r>
              <a:rPr lang="en-US" sz="2400" b="1" dirty="0">
                <a:solidFill>
                  <a:srgbClr val="FF0000"/>
                </a:solidFill>
              </a:rPr>
              <a:t>() </a:t>
            </a:r>
            <a:r>
              <a:rPr lang="en-US" sz="2400" dirty="0"/>
              <a:t>.</a:t>
            </a:r>
            <a:endParaRPr lang="it-IT" sz="2400" dirty="0"/>
          </a:p>
        </p:txBody>
      </p:sp>
    </p:spTree>
    <p:extLst>
      <p:ext uri="{BB962C8B-B14F-4D97-AF65-F5344CB8AC3E}">
        <p14:creationId xmlns:p14="http://schemas.microsoft.com/office/powerpoint/2010/main" val="412595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B032F-FED7-E1C8-69F2-A224E589144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B18F46F-853A-5395-85C8-46BCD36C283A}"/>
              </a:ext>
            </a:extLst>
          </p:cNvPr>
          <p:cNvSpPr>
            <a:spLocks noGrp="1"/>
          </p:cNvSpPr>
          <p:nvPr>
            <p:ph type="title"/>
          </p:nvPr>
        </p:nvSpPr>
        <p:spPr/>
        <p:txBody>
          <a:bodyPr/>
          <a:lstStyle/>
          <a:p>
            <a:r>
              <a:rPr lang="it-IT" sz="3800" dirty="0"/>
              <a:t>Xbox360 MAC Timing Attack</a:t>
            </a:r>
          </a:p>
        </p:txBody>
      </p:sp>
      <p:sp>
        <p:nvSpPr>
          <p:cNvPr id="3" name="Segnaposto testo 2">
            <a:extLst>
              <a:ext uri="{FF2B5EF4-FFF2-40B4-BE49-F238E27FC236}">
                <a16:creationId xmlns:a16="http://schemas.microsoft.com/office/drawing/2014/main" id="{1F9E8088-74FE-5DA5-C304-962E016C4819}"/>
              </a:ext>
            </a:extLst>
          </p:cNvPr>
          <p:cNvSpPr>
            <a:spLocks noGrp="1"/>
          </p:cNvSpPr>
          <p:nvPr>
            <p:ph type="body" sz="quarter" idx="11"/>
          </p:nvPr>
        </p:nvSpPr>
        <p:spPr/>
        <p:txBody>
          <a:bodyPr/>
          <a:lstStyle/>
          <a:p>
            <a:pPr marL="342900" indent="-342900">
              <a:buFont typeface="Arial" panose="020B0604020202020204" pitchFamily="34" charset="0"/>
              <a:buChar char="•"/>
            </a:pPr>
            <a:r>
              <a:rPr lang="en-US" sz="2400" dirty="0"/>
              <a:t>Essentially, an older version of the Xbox kernel had a flaw where </a:t>
            </a:r>
            <a:r>
              <a:rPr lang="en-US" sz="2400" dirty="0" err="1">
                <a:latin typeface="Courier New" panose="02070309020205020404" pitchFamily="49" charset="0"/>
              </a:rPr>
              <a:t>memcmp</a:t>
            </a:r>
            <a:r>
              <a:rPr lang="en-US" sz="2400" dirty="0"/>
              <a:t> was used to check the HMAC value.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Downgrading to the older kernel version allowed an attacker to provide bogus hashes and measure the difference between a valid byte and invalid one.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implementation of MAC verification had a difference of 2.2 milliseconds between rejection times.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Attackers were able to exploit this and load pirated games onto the hardware.</a:t>
            </a:r>
            <a:endParaRPr lang="it-IT" sz="2400" dirty="0"/>
          </a:p>
        </p:txBody>
      </p:sp>
    </p:spTree>
    <p:extLst>
      <p:ext uri="{BB962C8B-B14F-4D97-AF65-F5344CB8AC3E}">
        <p14:creationId xmlns:p14="http://schemas.microsoft.com/office/powerpoint/2010/main" val="23705197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F7D18-E8A4-89F2-F6AF-0066CC4BE3C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4587336-6948-906B-69CE-8105971CCF00}"/>
              </a:ext>
            </a:extLst>
          </p:cNvPr>
          <p:cNvSpPr>
            <a:spLocks noGrp="1"/>
          </p:cNvSpPr>
          <p:nvPr>
            <p:ph type="title"/>
          </p:nvPr>
        </p:nvSpPr>
        <p:spPr/>
        <p:txBody>
          <a:bodyPr/>
          <a:lstStyle/>
          <a:p>
            <a:r>
              <a:rPr lang="it-IT" sz="3800" dirty="0" err="1"/>
              <a:t>Example</a:t>
            </a:r>
            <a:endParaRPr lang="it-IT" sz="3800" dirty="0"/>
          </a:p>
        </p:txBody>
      </p:sp>
      <p:pic>
        <p:nvPicPr>
          <p:cNvPr id="5" name="Immagine 4">
            <a:extLst>
              <a:ext uri="{FF2B5EF4-FFF2-40B4-BE49-F238E27FC236}">
                <a16:creationId xmlns:a16="http://schemas.microsoft.com/office/drawing/2014/main" id="{1A80045D-5A7D-C6D2-9229-8733C3FC8A4C}"/>
              </a:ext>
            </a:extLst>
          </p:cNvPr>
          <p:cNvPicPr>
            <a:picLocks noChangeAspect="1"/>
          </p:cNvPicPr>
          <p:nvPr/>
        </p:nvPicPr>
        <p:blipFill>
          <a:blip r:embed="rId2"/>
          <a:stretch>
            <a:fillRect/>
          </a:stretch>
        </p:blipFill>
        <p:spPr>
          <a:xfrm>
            <a:off x="6168008" y="4290073"/>
            <a:ext cx="5895876" cy="648072"/>
          </a:xfrm>
          <a:prstGeom prst="rect">
            <a:avLst/>
          </a:prstGeom>
        </p:spPr>
      </p:pic>
      <p:pic>
        <p:nvPicPr>
          <p:cNvPr id="7" name="Immagine 6">
            <a:extLst>
              <a:ext uri="{FF2B5EF4-FFF2-40B4-BE49-F238E27FC236}">
                <a16:creationId xmlns:a16="http://schemas.microsoft.com/office/drawing/2014/main" id="{B82AF679-272A-2016-6008-74BB7F82F651}"/>
              </a:ext>
            </a:extLst>
          </p:cNvPr>
          <p:cNvPicPr>
            <a:picLocks noChangeAspect="1"/>
          </p:cNvPicPr>
          <p:nvPr/>
        </p:nvPicPr>
        <p:blipFill>
          <a:blip r:embed="rId3"/>
          <a:stretch>
            <a:fillRect/>
          </a:stretch>
        </p:blipFill>
        <p:spPr>
          <a:xfrm>
            <a:off x="527051" y="1088760"/>
            <a:ext cx="5568949" cy="5446104"/>
          </a:xfrm>
          <a:prstGeom prst="rect">
            <a:avLst/>
          </a:prstGeom>
        </p:spPr>
      </p:pic>
      <p:pic>
        <p:nvPicPr>
          <p:cNvPr id="9" name="Immagine 8">
            <a:extLst>
              <a:ext uri="{FF2B5EF4-FFF2-40B4-BE49-F238E27FC236}">
                <a16:creationId xmlns:a16="http://schemas.microsoft.com/office/drawing/2014/main" id="{5A5CC758-D960-ED5E-DC9E-A1C906AC7364}"/>
              </a:ext>
            </a:extLst>
          </p:cNvPr>
          <p:cNvPicPr>
            <a:picLocks noChangeAspect="1"/>
          </p:cNvPicPr>
          <p:nvPr/>
        </p:nvPicPr>
        <p:blipFill>
          <a:blip r:embed="rId4"/>
          <a:stretch>
            <a:fillRect/>
          </a:stretch>
        </p:blipFill>
        <p:spPr>
          <a:xfrm>
            <a:off x="6081557" y="1088760"/>
            <a:ext cx="5679731" cy="2844296"/>
          </a:xfrm>
          <a:prstGeom prst="rect">
            <a:avLst/>
          </a:prstGeom>
        </p:spPr>
      </p:pic>
    </p:spTree>
    <p:extLst>
      <p:ext uri="{BB962C8B-B14F-4D97-AF65-F5344CB8AC3E}">
        <p14:creationId xmlns:p14="http://schemas.microsoft.com/office/powerpoint/2010/main" val="16289642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CAD0E-14D7-BC1F-0E4F-B0E919C6048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FC5E573-3842-5DD6-344D-98E0B41CD49A}"/>
              </a:ext>
            </a:extLst>
          </p:cNvPr>
          <p:cNvSpPr>
            <a:spLocks noGrp="1"/>
          </p:cNvSpPr>
          <p:nvPr>
            <p:ph type="title"/>
          </p:nvPr>
        </p:nvSpPr>
        <p:spPr/>
        <p:txBody>
          <a:bodyPr/>
          <a:lstStyle/>
          <a:p>
            <a:r>
              <a:rPr lang="en-GB" sz="3800" noProof="0" dirty="0"/>
              <a:t>AEAD (GCM)</a:t>
            </a:r>
          </a:p>
        </p:txBody>
      </p:sp>
      <p:sp>
        <p:nvSpPr>
          <p:cNvPr id="3" name="Segnaposto testo 2">
            <a:extLst>
              <a:ext uri="{FF2B5EF4-FFF2-40B4-BE49-F238E27FC236}">
                <a16:creationId xmlns:a16="http://schemas.microsoft.com/office/drawing/2014/main" id="{1A703119-DC1C-CD8E-C044-EAA4155D46E7}"/>
              </a:ext>
            </a:extLst>
          </p:cNvPr>
          <p:cNvSpPr>
            <a:spLocks noGrp="1"/>
          </p:cNvSpPr>
          <p:nvPr>
            <p:ph type="body" sz="quarter" idx="11"/>
          </p:nvPr>
        </p:nvSpPr>
        <p:spPr>
          <a:xfrm>
            <a:off x="479376" y="1412875"/>
            <a:ext cx="11233149" cy="4320381"/>
          </a:xfrm>
        </p:spPr>
        <p:txBody>
          <a:bodyPr/>
          <a:lstStyle/>
          <a:p>
            <a:pPr marL="342900" indent="-342900">
              <a:buFont typeface="Arial" panose="020B0604020202020204" pitchFamily="34" charset="0"/>
              <a:buChar char="•"/>
            </a:pPr>
            <a:r>
              <a:rPr lang="en-GB" sz="2400" noProof="0" dirty="0">
                <a:latin typeface="Calibri" panose="020F0502020204030204" pitchFamily="34" charset="0"/>
              </a:rPr>
              <a:t>The </a:t>
            </a:r>
            <a:r>
              <a:rPr lang="en-GB" sz="2400" b="1" noProof="0" dirty="0">
                <a:latin typeface="Calibri" panose="020F0502020204030204" pitchFamily="34" charset="0"/>
              </a:rPr>
              <a:t>GCM</a:t>
            </a:r>
            <a:r>
              <a:rPr lang="en-GB" sz="2400" noProof="0" dirty="0">
                <a:latin typeface="Calibri" panose="020F0502020204030204" pitchFamily="34" charset="0"/>
              </a:rPr>
              <a:t> operating mode belong to the category of </a:t>
            </a:r>
            <a:r>
              <a:rPr lang="en-GB" sz="2400" u="sng" noProof="0" dirty="0">
                <a:latin typeface="Calibri" panose="020F0502020204030204" pitchFamily="34" charset="0"/>
              </a:rPr>
              <a:t>Authenticated Encryption with Additional Data ciphers (AEAD)</a:t>
            </a:r>
            <a:r>
              <a:rPr lang="en-GB" sz="2400" noProof="0" dirty="0">
                <a:latin typeface="Calibri" panose="020F0502020204030204" pitchFamily="34" charset="0"/>
              </a:rPr>
              <a:t> as it leverages a MAC to grant integrity. </a:t>
            </a:r>
            <a:r>
              <a:rPr lang="en-GB" sz="2400" u="sng" noProof="0" dirty="0">
                <a:latin typeface="Calibri" panose="020F0502020204030204" pitchFamily="34" charset="0"/>
              </a:rPr>
              <a:t>This cipher not only grant the authenticity of the </a:t>
            </a:r>
            <a:r>
              <a:rPr lang="en-GB" sz="2400" b="1" u="sng" noProof="0" dirty="0">
                <a:latin typeface="Calibri" panose="020F0502020204030204" pitchFamily="34" charset="0"/>
              </a:rPr>
              <a:t>ciphertext</a:t>
            </a:r>
            <a:r>
              <a:rPr lang="en-GB" sz="2400" u="sng" noProof="0" dirty="0">
                <a:latin typeface="Calibri" panose="020F0502020204030204" pitchFamily="34" charset="0"/>
              </a:rPr>
              <a:t>, but also of some </a:t>
            </a:r>
            <a:r>
              <a:rPr lang="en-GB" sz="2400" b="1" u="sng" noProof="0" dirty="0">
                <a:latin typeface="Calibri" panose="020F0502020204030204" pitchFamily="34" charset="0"/>
              </a:rPr>
              <a:t>additional plaintext data</a:t>
            </a:r>
            <a:r>
              <a:rPr lang="en-GB" sz="2400" noProof="0" dirty="0">
                <a:latin typeface="Calibri" panose="020F0502020204030204" pitchFamily="34" charset="0"/>
              </a:rPr>
              <a:t>.</a:t>
            </a:r>
          </a:p>
          <a:p>
            <a:endParaRPr lang="en-GB" sz="2400" dirty="0">
              <a:latin typeface="Calibri" panose="020F0502020204030204" pitchFamily="34" charset="0"/>
            </a:endParaRPr>
          </a:p>
          <a:p>
            <a:pPr marL="342900" indent="-342900">
              <a:buFont typeface="Arial" panose="020B0604020202020204" pitchFamily="34" charset="0"/>
              <a:buChar char="•"/>
            </a:pPr>
            <a:r>
              <a:rPr lang="en-GB" sz="2400" dirty="0">
                <a:latin typeface="Calibri" panose="020F0502020204030204" pitchFamily="34" charset="0"/>
              </a:rPr>
              <a:t>To authenticate additional (non-encrypted) data, we can use the following function:</a:t>
            </a:r>
            <a:br>
              <a:rPr lang="en-GB" sz="2400" dirty="0">
                <a:latin typeface="Calibri" panose="020F0502020204030204" pitchFamily="34" charset="0"/>
              </a:rPr>
            </a:br>
            <a:r>
              <a:rPr lang="en-GB" sz="2400" dirty="0">
                <a:highlight>
                  <a:srgbClr val="C0C0C0"/>
                </a:highlight>
                <a:latin typeface="Courier New" panose="02070309020205020404" pitchFamily="49" charset="0"/>
              </a:rPr>
              <a:t>public final void </a:t>
            </a:r>
            <a:r>
              <a:rPr lang="en-GB" sz="2400" dirty="0" err="1">
                <a:highlight>
                  <a:srgbClr val="C0C0C0"/>
                </a:highlight>
                <a:latin typeface="Courier New" panose="02070309020205020404" pitchFamily="49" charset="0"/>
              </a:rPr>
              <a:t>updateAAD</a:t>
            </a:r>
            <a:r>
              <a:rPr lang="en-GB" sz="2400" dirty="0">
                <a:highlight>
                  <a:srgbClr val="C0C0C0"/>
                </a:highlight>
                <a:latin typeface="Courier New" panose="02070309020205020404" pitchFamily="49" charset="0"/>
              </a:rPr>
              <a:t>(byte[] </a:t>
            </a:r>
            <a:r>
              <a:rPr lang="en-GB" sz="2400" dirty="0" err="1">
                <a:highlight>
                  <a:srgbClr val="C0C0C0"/>
                </a:highlight>
                <a:latin typeface="Courier New" panose="02070309020205020404" pitchFamily="49" charset="0"/>
              </a:rPr>
              <a:t>src</a:t>
            </a:r>
            <a:r>
              <a:rPr lang="en-GB" sz="2400" dirty="0">
                <a:highlight>
                  <a:srgbClr val="C0C0C0"/>
                </a:highlight>
                <a:latin typeface="Courier New" panose="02070309020205020404" pitchFamily="49" charset="0"/>
              </a:rPr>
              <a:t>)</a:t>
            </a:r>
            <a:r>
              <a:rPr lang="en-GB" sz="2400" dirty="0">
                <a:latin typeface="Courier New" panose="02070309020205020404" pitchFamily="49" charset="0"/>
              </a:rPr>
              <a:t>;</a:t>
            </a:r>
          </a:p>
          <a:p>
            <a:pPr marL="342900" indent="-342900">
              <a:buFont typeface="Arial" panose="020B0604020202020204" pitchFamily="34" charset="0"/>
              <a:buChar char="•"/>
            </a:pPr>
            <a:endParaRPr lang="en-GB" sz="2400" dirty="0">
              <a:latin typeface="Courier New" panose="02070309020205020404" pitchFamily="49" charset="0"/>
            </a:endParaRPr>
          </a:p>
          <a:p>
            <a:pPr marL="342900" indent="-342900">
              <a:buFont typeface="Arial" panose="020B0604020202020204" pitchFamily="34" charset="0"/>
              <a:buChar char="•"/>
            </a:pPr>
            <a:r>
              <a:rPr lang="en-GB" sz="2400" dirty="0">
                <a:latin typeface="Calibri" panose="020F0502020204030204" pitchFamily="34" charset="0"/>
              </a:rPr>
              <a:t>Of course, </a:t>
            </a:r>
            <a:r>
              <a:rPr lang="en-GB" sz="2400" u="sng" dirty="0">
                <a:latin typeface="Calibri" panose="020F0502020204030204" pitchFamily="34" charset="0"/>
              </a:rPr>
              <a:t>this function must be called both when encrypting, and decrypting, in the same order</a:t>
            </a:r>
            <a:r>
              <a:rPr lang="en-GB" sz="2400" dirty="0">
                <a:latin typeface="Calibri" panose="020F0502020204030204" pitchFamily="34" charset="0"/>
              </a:rPr>
              <a:t>.</a:t>
            </a:r>
          </a:p>
          <a:p>
            <a:pPr marL="342900" indent="-342900">
              <a:buFont typeface="Arial" panose="020B0604020202020204" pitchFamily="34" charset="0"/>
              <a:buChar char="•"/>
            </a:pPr>
            <a:endParaRPr lang="en-GB" sz="2400" dirty="0">
              <a:latin typeface="Calibri" panose="020F0502020204030204" pitchFamily="34" charset="0"/>
            </a:endParaRPr>
          </a:p>
          <a:p>
            <a:pPr marL="342900" indent="-342900">
              <a:buFont typeface="Arial" panose="020B0604020202020204" pitchFamily="34" charset="0"/>
              <a:buChar char="•"/>
            </a:pPr>
            <a:r>
              <a:rPr lang="en-GB" sz="2400" dirty="0">
                <a:latin typeface="Calibri" panose="020F0502020204030204" pitchFamily="34" charset="0"/>
              </a:rPr>
              <a:t>Widely used in modern standards</a:t>
            </a:r>
          </a:p>
        </p:txBody>
      </p:sp>
    </p:spTree>
    <p:extLst>
      <p:ext uri="{BB962C8B-B14F-4D97-AF65-F5344CB8AC3E}">
        <p14:creationId xmlns:p14="http://schemas.microsoft.com/office/powerpoint/2010/main" val="33568545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8694C0-36F4-8AA4-F592-B063768E964B}"/>
              </a:ext>
            </a:extLst>
          </p:cNvPr>
          <p:cNvSpPr>
            <a:spLocks noGrp="1"/>
          </p:cNvSpPr>
          <p:nvPr>
            <p:ph type="title"/>
          </p:nvPr>
        </p:nvSpPr>
        <p:spPr/>
        <p:txBody>
          <a:bodyPr/>
          <a:lstStyle/>
          <a:p>
            <a:r>
              <a:rPr lang="it-IT" sz="3800" dirty="0"/>
              <a:t>GCM</a:t>
            </a:r>
          </a:p>
        </p:txBody>
      </p:sp>
      <p:sp>
        <p:nvSpPr>
          <p:cNvPr id="3" name="Segnaposto testo 2">
            <a:extLst>
              <a:ext uri="{FF2B5EF4-FFF2-40B4-BE49-F238E27FC236}">
                <a16:creationId xmlns:a16="http://schemas.microsoft.com/office/drawing/2014/main" id="{BC5957D3-D5C7-E63A-A16D-58F41F620281}"/>
              </a:ext>
            </a:extLst>
          </p:cNvPr>
          <p:cNvSpPr>
            <a:spLocks noGrp="1"/>
          </p:cNvSpPr>
          <p:nvPr>
            <p:ph type="body" sz="quarter" idx="11"/>
          </p:nvPr>
        </p:nvSpPr>
        <p:spPr>
          <a:xfrm>
            <a:off x="527051" y="1412875"/>
            <a:ext cx="6433045" cy="4320381"/>
          </a:xfrm>
        </p:spPr>
        <p:txBody>
          <a:bodyPr/>
          <a:lstStyle/>
          <a:p>
            <a:pPr marL="342900" indent="-342900">
              <a:buFont typeface="Arial" panose="020B0604020202020204" pitchFamily="34" charset="0"/>
              <a:buChar char="•"/>
            </a:pPr>
            <a:r>
              <a:rPr lang="en-GB" sz="2400" b="1" dirty="0">
                <a:latin typeface="Calibri" panose="020F0502020204030204" pitchFamily="34" charset="0"/>
              </a:rPr>
              <a:t>GCM</a:t>
            </a:r>
            <a:r>
              <a:rPr lang="en-GB" sz="2400" dirty="0">
                <a:latin typeface="Calibri" panose="020F0502020204030204" pitchFamily="34" charset="0"/>
              </a:rPr>
              <a:t> is </a:t>
            </a:r>
            <a:r>
              <a:rPr lang="en-GB" sz="2400" u="sng" dirty="0">
                <a:latin typeface="Calibri" panose="020F0502020204030204" pitchFamily="34" charset="0"/>
              </a:rPr>
              <a:t>encrypt-then-mac</a:t>
            </a:r>
            <a:r>
              <a:rPr lang="en-GB" sz="2400" dirty="0">
                <a:latin typeface="Calibri" panose="020F0502020204030204" pitchFamily="34" charset="0"/>
              </a:rPr>
              <a:t> .</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it-IT" sz="2000" dirty="0" err="1">
                <a:latin typeface="Courier New" panose="02070309020205020404" pitchFamily="49" charset="0"/>
              </a:rPr>
              <a:t>Cipher.doFinal</a:t>
            </a:r>
            <a:r>
              <a:rPr lang="it-IT" sz="2000" dirty="0">
                <a:latin typeface="Courier New" panose="02070309020205020404" pitchFamily="49" charset="0"/>
              </a:rPr>
              <a:t>() </a:t>
            </a:r>
            <a:r>
              <a:rPr lang="it-IT" sz="2400" dirty="0" err="1"/>
              <a:t>automatically</a:t>
            </a:r>
            <a:r>
              <a:rPr lang="it-IT" sz="2400" dirty="0"/>
              <a:t> </a:t>
            </a:r>
            <a:r>
              <a:rPr lang="it-IT" sz="2400" dirty="0" err="1"/>
              <a:t>encrypts</a:t>
            </a:r>
            <a:r>
              <a:rPr lang="it-IT" sz="2400" dirty="0"/>
              <a:t> data and </a:t>
            </a:r>
            <a:r>
              <a:rPr lang="it-IT" sz="2400" dirty="0" err="1"/>
              <a:t>generates</a:t>
            </a:r>
            <a:r>
              <a:rPr lang="it-IT" sz="2400" dirty="0"/>
              <a:t> a MAC on the </a:t>
            </a:r>
            <a:r>
              <a:rPr lang="it-IT" sz="2400" dirty="0" err="1"/>
              <a:t>sender</a:t>
            </a:r>
            <a:r>
              <a:rPr lang="it-IT" sz="2400" dirty="0"/>
              <a:t> side, </a:t>
            </a:r>
            <a:r>
              <a:rPr lang="it-IT" sz="2400" dirty="0" err="1"/>
              <a:t>verifies</a:t>
            </a:r>
            <a:r>
              <a:rPr lang="it-IT" sz="2400" dirty="0"/>
              <a:t> the MAC and </a:t>
            </a:r>
            <a:r>
              <a:rPr lang="it-IT" sz="2400" dirty="0" err="1"/>
              <a:t>decrypts</a:t>
            </a:r>
            <a:r>
              <a:rPr lang="it-IT" sz="2400" dirty="0"/>
              <a:t> data on the </a:t>
            </a:r>
            <a:r>
              <a:rPr lang="it-IT" sz="2400" dirty="0" err="1"/>
              <a:t>receiver</a:t>
            </a:r>
            <a:r>
              <a:rPr lang="it-IT" sz="2400" dirty="0"/>
              <a:t> side.</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it-IT" sz="2400" dirty="0" err="1"/>
              <a:t>Launches</a:t>
            </a:r>
            <a:r>
              <a:rPr lang="it-IT" sz="2400" dirty="0"/>
              <a:t> </a:t>
            </a:r>
            <a:r>
              <a:rPr lang="it-IT" sz="2000" dirty="0" err="1">
                <a:latin typeface="Courier New" panose="02070309020205020404" pitchFamily="49" charset="0"/>
              </a:rPr>
              <a:t>AEADBadTagException</a:t>
            </a:r>
            <a:r>
              <a:rPr lang="it-IT" sz="2400" dirty="0"/>
              <a:t> </a:t>
            </a:r>
            <a:r>
              <a:rPr lang="it-IT" sz="2400" dirty="0" err="1"/>
              <a:t>if</a:t>
            </a:r>
            <a:r>
              <a:rPr lang="it-IT" sz="2400" dirty="0"/>
              <a:t> Mac </a:t>
            </a:r>
            <a:r>
              <a:rPr lang="it-IT" sz="2400" dirty="0" err="1"/>
              <a:t>verification</a:t>
            </a:r>
            <a:r>
              <a:rPr lang="it-IT" sz="2400" dirty="0"/>
              <a:t> </a:t>
            </a:r>
            <a:r>
              <a:rPr lang="it-IT" sz="2400" dirty="0" err="1"/>
              <a:t>fails</a:t>
            </a:r>
            <a:r>
              <a:rPr lang="it-IT" sz="2400" dirty="0"/>
              <a:t>.</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p:txBody>
      </p:sp>
      <p:pic>
        <p:nvPicPr>
          <p:cNvPr id="11266" name="Picture 2" descr="Galois/Counter Mode - Wikipedia">
            <a:extLst>
              <a:ext uri="{FF2B5EF4-FFF2-40B4-BE49-F238E27FC236}">
                <a16:creationId xmlns:a16="http://schemas.microsoft.com/office/drawing/2014/main" id="{6EE3F3DB-1B6D-3A73-2234-97729C76B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4112" y="804862"/>
            <a:ext cx="4762500" cy="5248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6750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850C1-F6D3-8F89-A0E1-6F1BE649DB9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E470942-A3C1-A0C6-7425-C4C1957D9611}"/>
              </a:ext>
            </a:extLst>
          </p:cNvPr>
          <p:cNvSpPr>
            <a:spLocks noGrp="1"/>
          </p:cNvSpPr>
          <p:nvPr>
            <p:ph type="title"/>
          </p:nvPr>
        </p:nvSpPr>
        <p:spPr>
          <a:xfrm>
            <a:off x="8508470" y="295954"/>
            <a:ext cx="3168352" cy="792088"/>
          </a:xfrm>
        </p:spPr>
        <p:txBody>
          <a:bodyPr/>
          <a:lstStyle/>
          <a:p>
            <a:r>
              <a:rPr lang="en-GB" sz="3800" noProof="0" dirty="0"/>
              <a:t>GCM Example</a:t>
            </a:r>
          </a:p>
        </p:txBody>
      </p:sp>
      <p:pic>
        <p:nvPicPr>
          <p:cNvPr id="8" name="Immagine 7">
            <a:extLst>
              <a:ext uri="{FF2B5EF4-FFF2-40B4-BE49-F238E27FC236}">
                <a16:creationId xmlns:a16="http://schemas.microsoft.com/office/drawing/2014/main" id="{FEE5095E-7F50-A767-1152-BBB6E11380C0}"/>
              </a:ext>
            </a:extLst>
          </p:cNvPr>
          <p:cNvPicPr>
            <a:picLocks noChangeAspect="1"/>
          </p:cNvPicPr>
          <p:nvPr/>
        </p:nvPicPr>
        <p:blipFill>
          <a:blip r:embed="rId2"/>
          <a:stretch>
            <a:fillRect/>
          </a:stretch>
        </p:blipFill>
        <p:spPr>
          <a:xfrm>
            <a:off x="477600" y="103723"/>
            <a:ext cx="5601307" cy="6754277"/>
          </a:xfrm>
          <a:prstGeom prst="rect">
            <a:avLst/>
          </a:prstGeom>
        </p:spPr>
      </p:pic>
      <p:pic>
        <p:nvPicPr>
          <p:cNvPr id="4" name="Immagine 3">
            <a:extLst>
              <a:ext uri="{FF2B5EF4-FFF2-40B4-BE49-F238E27FC236}">
                <a16:creationId xmlns:a16="http://schemas.microsoft.com/office/drawing/2014/main" id="{A976388F-A719-2921-26C8-696BBBF89B61}"/>
              </a:ext>
            </a:extLst>
          </p:cNvPr>
          <p:cNvPicPr>
            <a:picLocks noChangeAspect="1"/>
          </p:cNvPicPr>
          <p:nvPr/>
        </p:nvPicPr>
        <p:blipFill>
          <a:blip r:embed="rId3"/>
          <a:stretch>
            <a:fillRect/>
          </a:stretch>
        </p:blipFill>
        <p:spPr>
          <a:xfrm>
            <a:off x="4843812" y="2708920"/>
            <a:ext cx="7315834" cy="388654"/>
          </a:xfrm>
          <a:prstGeom prst="rect">
            <a:avLst/>
          </a:prstGeom>
        </p:spPr>
      </p:pic>
      <p:pic>
        <p:nvPicPr>
          <p:cNvPr id="10" name="Immagine 9">
            <a:extLst>
              <a:ext uri="{FF2B5EF4-FFF2-40B4-BE49-F238E27FC236}">
                <a16:creationId xmlns:a16="http://schemas.microsoft.com/office/drawing/2014/main" id="{CF7F0449-8032-9108-D6A5-CD789EDF1204}"/>
              </a:ext>
            </a:extLst>
          </p:cNvPr>
          <p:cNvPicPr>
            <a:picLocks noChangeAspect="1"/>
          </p:cNvPicPr>
          <p:nvPr/>
        </p:nvPicPr>
        <p:blipFill>
          <a:blip r:embed="rId4"/>
          <a:stretch>
            <a:fillRect/>
          </a:stretch>
        </p:blipFill>
        <p:spPr>
          <a:xfrm>
            <a:off x="4843812" y="3760427"/>
            <a:ext cx="7292972" cy="365792"/>
          </a:xfrm>
          <a:prstGeom prst="rect">
            <a:avLst/>
          </a:prstGeom>
        </p:spPr>
      </p:pic>
    </p:spTree>
    <p:extLst>
      <p:ext uri="{BB962C8B-B14F-4D97-AF65-F5344CB8AC3E}">
        <p14:creationId xmlns:p14="http://schemas.microsoft.com/office/powerpoint/2010/main" val="2843763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5" name="Picture 1">
            <a:extLst>
              <a:ext uri="{FF2B5EF4-FFF2-40B4-BE49-F238E27FC236}">
                <a16:creationId xmlns:a16="http://schemas.microsoft.com/office/drawing/2014/main" id="{9359AF34-BED7-F676-C1B8-8BB1935101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0496" y="1080517"/>
            <a:ext cx="3391008" cy="4696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11029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AAD9EE87-E88F-4CF9-391A-B906B7B439CC}"/>
              </a:ext>
            </a:extLst>
          </p:cNvPr>
          <p:cNvSpPr>
            <a:spLocks noGrp="1"/>
          </p:cNvSpPr>
          <p:nvPr>
            <p:ph type="body" sz="quarter" idx="11"/>
          </p:nvPr>
        </p:nvSpPr>
        <p:spPr/>
        <p:txBody>
          <a:bodyPr/>
          <a:lstStyle/>
          <a:p>
            <a:endParaRPr lang="en-GB" noProof="0" dirty="0"/>
          </a:p>
          <a:p>
            <a:pPr algn="ctr"/>
            <a:endParaRPr lang="en-GB" sz="3200" b="1" noProof="0" dirty="0"/>
          </a:p>
          <a:p>
            <a:pPr algn="ctr"/>
            <a:endParaRPr lang="en-GB" sz="3200" b="1" noProof="0" dirty="0"/>
          </a:p>
          <a:p>
            <a:pPr algn="ctr"/>
            <a:r>
              <a:rPr lang="en-GB" sz="3200" b="1" dirty="0">
                <a:hlinkClick r:id="rId2"/>
              </a:rPr>
              <a:t>https://github.com/alexmark22/EsercitazioniUNIBO-SicurezzaDellInformazione</a:t>
            </a:r>
            <a:endParaRPr lang="en-GB" sz="3200" b="1" noProof="0" dirty="0"/>
          </a:p>
        </p:txBody>
      </p:sp>
    </p:spTree>
    <p:extLst>
      <p:ext uri="{BB962C8B-B14F-4D97-AF65-F5344CB8AC3E}">
        <p14:creationId xmlns:p14="http://schemas.microsoft.com/office/powerpoint/2010/main" val="40022413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F14FA482-72DC-7F50-06AE-AEAF2D04F12D}"/>
              </a:ext>
            </a:extLst>
          </p:cNvPr>
          <p:cNvSpPr>
            <a:spLocks noGrp="1"/>
          </p:cNvSpPr>
          <p:nvPr>
            <p:ph type="body" sz="quarter" idx="11"/>
          </p:nvPr>
        </p:nvSpPr>
        <p:spPr>
          <a:xfrm>
            <a:off x="479425" y="2852936"/>
            <a:ext cx="11233149" cy="576064"/>
          </a:xfrm>
        </p:spPr>
        <p:txBody>
          <a:bodyPr/>
          <a:lstStyle/>
          <a:p>
            <a:pPr algn="ctr"/>
            <a:r>
              <a:rPr lang="it-IT" sz="3800" dirty="0"/>
              <a:t>Secret Word for the </a:t>
            </a:r>
            <a:r>
              <a:rPr lang="it-IT" sz="3800" dirty="0" err="1"/>
              <a:t>Exercises</a:t>
            </a:r>
            <a:r>
              <a:rPr lang="it-IT" sz="3800" dirty="0"/>
              <a:t>:</a:t>
            </a:r>
          </a:p>
          <a:p>
            <a:pPr algn="ctr"/>
            <a:r>
              <a:rPr lang="it-IT" sz="3800" dirty="0" err="1"/>
              <a:t>penguin</a:t>
            </a:r>
            <a:endParaRPr lang="it-IT" sz="3800" dirty="0"/>
          </a:p>
          <a:p>
            <a:pPr algn="ctr"/>
            <a:r>
              <a:rPr lang="it-IT" sz="3800" dirty="0"/>
              <a:t> </a:t>
            </a:r>
          </a:p>
        </p:txBody>
      </p:sp>
    </p:spTree>
    <p:extLst>
      <p:ext uri="{BB962C8B-B14F-4D97-AF65-F5344CB8AC3E}">
        <p14:creationId xmlns:p14="http://schemas.microsoft.com/office/powerpoint/2010/main" val="26041689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24E660AE-8A13-464A-9EFD-05EDDA43EB18}"/>
              </a:ext>
            </a:extLst>
          </p:cNvPr>
          <p:cNvSpPr>
            <a:spLocks noGrp="1"/>
          </p:cNvSpPr>
          <p:nvPr>
            <p:ph type="title"/>
          </p:nvPr>
        </p:nvSpPr>
        <p:spPr/>
        <p:txBody>
          <a:bodyPr/>
          <a:lstStyle/>
          <a:p>
            <a:r>
              <a:rPr lang="en-GB" sz="3200" noProof="0" dirty="0"/>
              <a:t>Bibliografia</a:t>
            </a:r>
          </a:p>
        </p:txBody>
      </p:sp>
      <p:sp>
        <p:nvSpPr>
          <p:cNvPr id="5" name="Segnaposto testo 4">
            <a:extLst>
              <a:ext uri="{FF2B5EF4-FFF2-40B4-BE49-F238E27FC236}">
                <a16:creationId xmlns:a16="http://schemas.microsoft.com/office/drawing/2014/main" id="{CEDA1884-1873-4FAB-A663-E8217865FB9C}"/>
              </a:ext>
            </a:extLst>
          </p:cNvPr>
          <p:cNvSpPr>
            <a:spLocks noGrp="1"/>
          </p:cNvSpPr>
          <p:nvPr>
            <p:ph type="body" sz="quarter" idx="11"/>
          </p:nvPr>
        </p:nvSpPr>
        <p:spPr/>
        <p:txBody>
          <a:bodyPr/>
          <a:lstStyle/>
          <a:p>
            <a:pPr marL="285750" indent="-285750">
              <a:buFont typeface="Arial" panose="020B0604020202020204" pitchFamily="34" charset="0"/>
              <a:buChar char="•"/>
            </a:pPr>
            <a:r>
              <a:rPr lang="en-GB" noProof="0" dirty="0"/>
              <a:t>[1]: JCA Reference Guide - </a:t>
            </a:r>
            <a:r>
              <a:rPr lang="en-GB" dirty="0">
                <a:hlinkClick r:id="rId2"/>
              </a:rPr>
              <a:t>https://docs.oracle.com/en/java/javase/11/security/java-cryptography-architecture-jca-reference-guide.html</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noProof="0" dirty="0"/>
              <a:t>[2]: JCA Standard Algorithm Names - </a:t>
            </a:r>
            <a:r>
              <a:rPr lang="en-GB" dirty="0">
                <a:hlinkClick r:id="rId3"/>
              </a:rPr>
              <a:t>https://docs.oracle.com/javase/8/docs/technotes/guides/security/StandardNames.html </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noProof="0" dirty="0"/>
              <a:t>[3]: IV mishandling – </a:t>
            </a:r>
            <a:r>
              <a:rPr lang="en-GB" dirty="0">
                <a:hlinkClick r:id="rId4"/>
              </a:rPr>
              <a:t>https://stackered.com/blog/iv-mishandling/</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noProof="0" dirty="0"/>
              <a:t>[4]: Some cryptographic attacks –</a:t>
            </a:r>
            <a:r>
              <a:rPr lang="en-GB" noProof="0" dirty="0">
                <a:hlinkClick r:id="rId5"/>
              </a:rPr>
              <a:t> </a:t>
            </a:r>
            <a:r>
              <a:rPr lang="en-GB" dirty="0">
                <a:hlinkClick r:id="rId5"/>
              </a:rPr>
              <a:t>https://research.checkpoint.com/2024/modern-cryptographic-attacks-a-guide-for-the-perplexed/</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noProof="0" dirty="0"/>
              <a:t>[5]: BEAST Attack – </a:t>
            </a:r>
            <a:r>
              <a:rPr lang="en-GB" dirty="0">
                <a:hlinkClick r:id="rId6"/>
              </a:rPr>
              <a:t>https://blog.cryptographyengineering.com/2011/09/21/brief-diversion-beast-attack-on-tlsssl/</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noProof="0" dirty="0"/>
              <a:t>[6]: Crib dragging -  </a:t>
            </a:r>
            <a:r>
              <a:rPr lang="en-GB" noProof="0" dirty="0">
                <a:hlinkClick r:id="rId7"/>
              </a:rPr>
              <a:t>https://samwho.dev/blog/toying-with-cryptography-crib-dragging/</a:t>
            </a:r>
            <a:endParaRPr lang="en-GB" noProof="0"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noProof="0" dirty="0"/>
              <a:t>[7</a:t>
            </a:r>
            <a:r>
              <a:rPr lang="en-GB" dirty="0"/>
              <a:t>]: Padding Oracle Attack - </a:t>
            </a:r>
            <a:r>
              <a:rPr lang="en-GB" dirty="0">
                <a:hlinkClick r:id="rId8"/>
              </a:rPr>
              <a:t>https://blog.cloudflare.com/padding-oracles-and-the-decline-of-cbc-mode-ciphersuites/</a:t>
            </a:r>
            <a:endParaRPr lang="en-GB" noProof="0" dirty="0"/>
          </a:p>
          <a:p>
            <a:pPr marL="285750" indent="-285750">
              <a:buFont typeface="Arial" panose="020B0604020202020204" pitchFamily="34" charset="0"/>
              <a:buChar char="•"/>
            </a:pPr>
            <a:endParaRPr lang="en-GB" noProof="0" dirty="0"/>
          </a:p>
        </p:txBody>
      </p:sp>
    </p:spTree>
    <p:extLst>
      <p:ext uri="{BB962C8B-B14F-4D97-AF65-F5344CB8AC3E}">
        <p14:creationId xmlns:p14="http://schemas.microsoft.com/office/powerpoint/2010/main" val="26063461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egnaposto testo 5">
            <a:extLst>
              <a:ext uri="{FF2B5EF4-FFF2-40B4-BE49-F238E27FC236}">
                <a16:creationId xmlns:a16="http://schemas.microsoft.com/office/drawing/2014/main" id="{6DFE9118-0586-4E53-A85C-42A8320DC327}"/>
              </a:ext>
            </a:extLst>
          </p:cNvPr>
          <p:cNvSpPr>
            <a:spLocks noGrp="1"/>
          </p:cNvSpPr>
          <p:nvPr>
            <p:ph type="body" sz="quarter" idx="10"/>
          </p:nvPr>
        </p:nvSpPr>
        <p:spPr/>
        <p:txBody>
          <a:bodyPr/>
          <a:lstStyle/>
          <a:p>
            <a:r>
              <a:rPr lang="en-GB" noProof="0" dirty="0"/>
              <a:t>Alessandro Marchesano</a:t>
            </a:r>
          </a:p>
        </p:txBody>
      </p:sp>
      <p:sp>
        <p:nvSpPr>
          <p:cNvPr id="8" name="Segnaposto testo 7">
            <a:extLst>
              <a:ext uri="{FF2B5EF4-FFF2-40B4-BE49-F238E27FC236}">
                <a16:creationId xmlns:a16="http://schemas.microsoft.com/office/drawing/2014/main" id="{DEA3E7BA-361D-45FB-8C4D-79C904A290E4}"/>
              </a:ext>
            </a:extLst>
          </p:cNvPr>
          <p:cNvSpPr>
            <a:spLocks noGrp="1"/>
          </p:cNvSpPr>
          <p:nvPr>
            <p:ph type="body" sz="quarter" idx="12"/>
          </p:nvPr>
        </p:nvSpPr>
        <p:spPr>
          <a:xfrm>
            <a:off x="1390650" y="3284984"/>
            <a:ext cx="9410700" cy="1440160"/>
          </a:xfrm>
        </p:spPr>
        <p:txBody>
          <a:bodyPr/>
          <a:lstStyle/>
          <a:p>
            <a:r>
              <a:rPr lang="en-GB" noProof="0" dirty="0"/>
              <a:t>alessandr.marchesano@unibo.it</a:t>
            </a:r>
          </a:p>
        </p:txBody>
      </p:sp>
    </p:spTree>
    <p:extLst>
      <p:ext uri="{BB962C8B-B14F-4D97-AF65-F5344CB8AC3E}">
        <p14:creationId xmlns:p14="http://schemas.microsoft.com/office/powerpoint/2010/main" val="2254969360"/>
      </p:ext>
    </p:extLst>
  </p:cSld>
  <p:clrMapOvr>
    <a:masterClrMapping/>
  </p:clrMapOvr>
</p:sld>
</file>

<file path=ppt/theme/theme1.xml><?xml version="1.0" encoding="utf-8"?>
<a:theme xmlns:a="http://schemas.openxmlformats.org/drawingml/2006/main" name="COPERTINA">
  <a:themeElements>
    <a:clrScheme name="Personalizzato 1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95959"/>
      </a:hlink>
      <a:folHlink>
        <a:srgbClr val="59595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4000" b="1" dirty="0" smtClean="0">
            <a:solidFill>
              <a:schemeClr val="bg1"/>
            </a:solidFill>
            <a:latin typeface="Century Gothic" panose="020B0502020202020204" pitchFamily="34" charset="0"/>
          </a:defRPr>
        </a:defPPr>
      </a:lstStyle>
    </a:txDef>
  </a:objectDefaults>
  <a:extraClrSchemeLst/>
</a:theme>
</file>

<file path=ppt/theme/theme2.xml><?xml version="1.0" encoding="utf-8"?>
<a:theme xmlns:a="http://schemas.openxmlformats.org/drawingml/2006/main" name="DIAPOSITIVE">
  <a:themeElements>
    <a:clrScheme name="Personalizzato 1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95959"/>
      </a:hlink>
      <a:folHlink>
        <a:srgbClr val="59595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HIUSURA">
  <a:themeElements>
    <a:clrScheme name="Personalizzato 1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95959"/>
      </a:hlink>
      <a:folHlink>
        <a:srgbClr val="59595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c4d84c1-dad4-4be9-b58c-38827775854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BED1F34F8D5C34990AAD392C5F950E1" ma:contentTypeVersion="14" ma:contentTypeDescription="Create a new document." ma:contentTypeScope="" ma:versionID="6358da2e110d9c621d116bbd884f9567">
  <xsd:schema xmlns:xsd="http://www.w3.org/2001/XMLSchema" xmlns:xs="http://www.w3.org/2001/XMLSchema" xmlns:p="http://schemas.microsoft.com/office/2006/metadata/properties" xmlns:ns3="ec4d84c1-dad4-4be9-b58c-388277758547" xmlns:ns4="f6692c2f-2902-4bcd-9172-4a944bb6fe94" targetNamespace="http://schemas.microsoft.com/office/2006/metadata/properties" ma:root="true" ma:fieldsID="62dedaa3e8a69d165d9093b9fc606244" ns3:_="" ns4:_="">
    <xsd:import namespace="ec4d84c1-dad4-4be9-b58c-388277758547"/>
    <xsd:import namespace="f6692c2f-2902-4bcd-9172-4a944bb6fe94"/>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4:SharedWithUsers" minOccurs="0"/>
                <xsd:element ref="ns4:SharedWithDetails" minOccurs="0"/>
                <xsd:element ref="ns4:SharingHintHash" minOccurs="0"/>
                <xsd:element ref="ns3:_activity"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4d84c1-dad4-4be9-b58c-3882777585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4"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6692c2f-2902-4bcd-9172-4a944bb6fe94"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33A7C8-0682-4CE2-BE2E-3ED1F953BA51}">
  <ds:schemaRefs>
    <ds:schemaRef ds:uri="http://schemas.microsoft.com/sharepoint/v3/contenttype/forms"/>
  </ds:schemaRefs>
</ds:datastoreItem>
</file>

<file path=customXml/itemProps2.xml><?xml version="1.0" encoding="utf-8"?>
<ds:datastoreItem xmlns:ds="http://schemas.openxmlformats.org/officeDocument/2006/customXml" ds:itemID="{10BF608B-7EEB-442E-9B04-B30B96118E4C}">
  <ds:schemaRefs>
    <ds:schemaRef ds:uri="http://purl.org/dc/terms/"/>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f6692c2f-2902-4bcd-9172-4a944bb6fe94"/>
    <ds:schemaRef ds:uri="ec4d84c1-dad4-4be9-b58c-388277758547"/>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4E3FFC34-1144-4229-B27E-7A2A5567AD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4d84c1-dad4-4be9-b58c-388277758547"/>
    <ds:schemaRef ds:uri="f6692c2f-2902-4bcd-9172-4a944bb6fe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4327</TotalTime>
  <Words>4470</Words>
  <Application>Microsoft Office PowerPoint</Application>
  <PresentationFormat>Widescreen</PresentationFormat>
  <Paragraphs>485</Paragraphs>
  <Slides>77</Slides>
  <Notes>3</Notes>
  <HiddenSlides>2</HiddenSlides>
  <MMClips>0</MMClips>
  <ScaleCrop>false</ScaleCrop>
  <HeadingPairs>
    <vt:vector size="6" baseType="variant">
      <vt:variant>
        <vt:lpstr>Caratteri utilizzati</vt:lpstr>
      </vt:variant>
      <vt:variant>
        <vt:i4>8</vt:i4>
      </vt:variant>
      <vt:variant>
        <vt:lpstr>Tema</vt:lpstr>
      </vt:variant>
      <vt:variant>
        <vt:i4>3</vt:i4>
      </vt:variant>
      <vt:variant>
        <vt:lpstr>Titoli diapositive</vt:lpstr>
      </vt:variant>
      <vt:variant>
        <vt:i4>77</vt:i4>
      </vt:variant>
    </vt:vector>
  </HeadingPairs>
  <TitlesOfParts>
    <vt:vector size="88" baseType="lpstr">
      <vt:lpstr>Aptos</vt:lpstr>
      <vt:lpstr>Arial</vt:lpstr>
      <vt:lpstr>Calibri</vt:lpstr>
      <vt:lpstr>Cambria Math</vt:lpstr>
      <vt:lpstr>Century Gothic</vt:lpstr>
      <vt:lpstr>Courier New</vt:lpstr>
      <vt:lpstr>Oracle Sans</vt:lpstr>
      <vt:lpstr>Wingdings</vt:lpstr>
      <vt:lpstr>COPERTINA</vt:lpstr>
      <vt:lpstr>DIAPOSITIVE</vt:lpstr>
      <vt:lpstr>CHIUSURA</vt:lpstr>
      <vt:lpstr>Java Security:  Architecture, Primitives and Possible Attacks</vt:lpstr>
      <vt:lpstr>Java Cryptography Architecture (JCA)</vt:lpstr>
      <vt:lpstr>Safety vs. Security</vt:lpstr>
      <vt:lpstr>JCA Principles</vt:lpstr>
      <vt:lpstr>How JCA works</vt:lpstr>
      <vt:lpstr>Cryptographic Service Provider (CSP)</vt:lpstr>
      <vt:lpstr>Built-in providers</vt:lpstr>
      <vt:lpstr>How Providers work</vt:lpstr>
      <vt:lpstr>How to request services</vt:lpstr>
      <vt:lpstr>What services (engine classes) can we request?</vt:lpstr>
      <vt:lpstr>SecureRandom</vt:lpstr>
      <vt:lpstr>Random vs SecureRandom</vt:lpstr>
      <vt:lpstr>Presentazione standard di PowerPoint</vt:lpstr>
      <vt:lpstr>Getting a SecureRandom object</vt:lpstr>
      <vt:lpstr>Using a SecureRandom object</vt:lpstr>
      <vt:lpstr>How to deal with seeds</vt:lpstr>
      <vt:lpstr>SHA1PRNG with and without seed initialization</vt:lpstr>
      <vt:lpstr>SHA1PRNG with automatic seed initialization</vt:lpstr>
      <vt:lpstr>DRBG (1)</vt:lpstr>
      <vt:lpstr>DRBG (2)</vt:lpstr>
      <vt:lpstr>Strong Instance</vt:lpstr>
      <vt:lpstr>What did we learn?</vt:lpstr>
      <vt:lpstr>MessageDigest</vt:lpstr>
      <vt:lpstr>MessageDigest</vt:lpstr>
      <vt:lpstr>Getting a MessageDigest object</vt:lpstr>
      <vt:lpstr>Using a MessageDigest object</vt:lpstr>
      <vt:lpstr>Hashing a message</vt:lpstr>
      <vt:lpstr>Hashing a message in more steps</vt:lpstr>
      <vt:lpstr>Cipher</vt:lpstr>
      <vt:lpstr>Block Ciphers</vt:lpstr>
      <vt:lpstr>Why we should not use ECB</vt:lpstr>
      <vt:lpstr>Presentazione standard di PowerPoint</vt:lpstr>
      <vt:lpstr>Presentazione standard di PowerPoint</vt:lpstr>
      <vt:lpstr>Stream Ciphers</vt:lpstr>
      <vt:lpstr>Getting a Cipher object</vt:lpstr>
      <vt:lpstr>Initializing a Cipher object</vt:lpstr>
      <vt:lpstr>Generating Keys</vt:lpstr>
      <vt:lpstr>About Cipher parameters…</vt:lpstr>
      <vt:lpstr>What parameters do we need?</vt:lpstr>
      <vt:lpstr>How do we generate parameters?</vt:lpstr>
      <vt:lpstr>Stream Ciphers Parameters</vt:lpstr>
      <vt:lpstr>IV mishandling – CBC (1)</vt:lpstr>
      <vt:lpstr>IV mishandling – CBC (2)</vt:lpstr>
      <vt:lpstr>IV mishandling – CBC (3)</vt:lpstr>
      <vt:lpstr>IV mishandling – CTR (1)</vt:lpstr>
      <vt:lpstr>IV mishandling – CTR (2)</vt:lpstr>
      <vt:lpstr>IV mishandling – CTR (3)</vt:lpstr>
      <vt:lpstr>Using a Cipher Object</vt:lpstr>
      <vt:lpstr>Ciphers Example – Block Ciphers, CBC</vt:lpstr>
      <vt:lpstr>Ciphers Example (2) – Stream Ciphers, ChaCha20</vt:lpstr>
      <vt:lpstr>Other Cipher-based classes - CipherInputStream</vt:lpstr>
      <vt:lpstr>Other Cipher-based classes - CipherOutputStream</vt:lpstr>
      <vt:lpstr>Message Authentication Code (MAC)</vt:lpstr>
      <vt:lpstr>Creating a Mac object</vt:lpstr>
      <vt:lpstr>Initializing a Mac object</vt:lpstr>
      <vt:lpstr>Using a Mac object</vt:lpstr>
      <vt:lpstr>Attach the MAC</vt:lpstr>
      <vt:lpstr>How to combine Cipher and MAC?</vt:lpstr>
      <vt:lpstr>Encrypt-and-MAC</vt:lpstr>
      <vt:lpstr>MAC-then-Encrypt</vt:lpstr>
      <vt:lpstr>Padding Oracle Attack (1)</vt:lpstr>
      <vt:lpstr>Padding Oracle Attack (2)</vt:lpstr>
      <vt:lpstr>Padding Oracle Attack (3)</vt:lpstr>
      <vt:lpstr>Padding Oracle Attack (4)</vt:lpstr>
      <vt:lpstr>Padding Oracle Attack (5)</vt:lpstr>
      <vt:lpstr>Encrypt than MAC</vt:lpstr>
      <vt:lpstr>How to compare MACs</vt:lpstr>
      <vt:lpstr>Xbox360 MAC Timing Attack</vt:lpstr>
      <vt:lpstr>Example</vt:lpstr>
      <vt:lpstr>AEAD (GCM)</vt:lpstr>
      <vt:lpstr>GCM</vt:lpstr>
      <vt:lpstr>GCM Example</vt:lpstr>
      <vt:lpstr>Presentazione standard di PowerPoint</vt:lpstr>
      <vt:lpstr>Presentazione standard di PowerPoint</vt:lpstr>
      <vt:lpstr>Presentazione standard di PowerPoint</vt:lpstr>
      <vt:lpstr>Bibliografia</vt:lpstr>
      <vt:lpstr>Presentazione standard di PowerPoint</vt:lpstr>
    </vt:vector>
  </TitlesOfParts>
  <Company>Università di Bologna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UTENTE</dc:creator>
  <cp:lastModifiedBy>Alessandro Marchesano</cp:lastModifiedBy>
  <cp:revision>87</cp:revision>
  <dcterms:created xsi:type="dcterms:W3CDTF">2017-11-13T10:11:35Z</dcterms:created>
  <dcterms:modified xsi:type="dcterms:W3CDTF">2026-04-08T19:48:49Z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0x0101003BED1F34F8D5C34990AAD392C5F950E1</vt:lpwstr>
  </property>
</Properties>
</file>